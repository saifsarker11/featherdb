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etropix" charset="1" panose="00000000000000000000"/>
      <p:regular r:id="rId16"/>
    </p:embeddedFont>
    <p:embeddedFont>
      <p:font typeface="Arimo" charset="1" panose="020B0604020202020204"/>
      <p:regular r:id="rId17"/>
    </p:embeddedFont>
    <p:embeddedFont>
      <p:font typeface="Hammersmith One" charset="1" panose="02010703030501060504"/>
      <p:regular r:id="rId18"/>
    </p:embeddedFont>
    <p:embeddedFont>
      <p:font typeface="Arimo Bold" charset="1" panose="020B0704020202020204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5.png" Type="http://schemas.openxmlformats.org/officeDocument/2006/relationships/image"/><Relationship Id="rId5" Target="slide4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10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688967" y="8138350"/>
            <a:ext cx="466725" cy="466725"/>
            <a:chOff x="0" y="0"/>
            <a:chExt cx="466725" cy="466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471" cy="466471"/>
            </a:xfrm>
            <a:custGeom>
              <a:avLst/>
              <a:gdLst/>
              <a:ahLst/>
              <a:cxnLst/>
              <a:rect r="r" b="b" t="t" l="l"/>
              <a:pathLst>
                <a:path h="466471" w="466471">
                  <a:moveTo>
                    <a:pt x="234823" y="132207"/>
                  </a:moveTo>
                  <a:lnTo>
                    <a:pt x="234823" y="146812"/>
                  </a:lnTo>
                  <a:lnTo>
                    <a:pt x="249428" y="146812"/>
                  </a:lnTo>
                  <a:lnTo>
                    <a:pt x="249428" y="172466"/>
                  </a:lnTo>
                  <a:lnTo>
                    <a:pt x="264160" y="172466"/>
                  </a:lnTo>
                  <a:lnTo>
                    <a:pt x="264160" y="187071"/>
                  </a:lnTo>
                  <a:lnTo>
                    <a:pt x="282448" y="187071"/>
                  </a:lnTo>
                  <a:lnTo>
                    <a:pt x="282448" y="205359"/>
                  </a:lnTo>
                  <a:lnTo>
                    <a:pt x="308102" y="205359"/>
                  </a:lnTo>
                  <a:lnTo>
                    <a:pt x="308102" y="219964"/>
                  </a:lnTo>
                  <a:lnTo>
                    <a:pt x="326390" y="219964"/>
                  </a:lnTo>
                  <a:lnTo>
                    <a:pt x="326390" y="234569"/>
                  </a:lnTo>
                  <a:lnTo>
                    <a:pt x="304673" y="234569"/>
                  </a:lnTo>
                  <a:lnTo>
                    <a:pt x="304673" y="249174"/>
                  </a:lnTo>
                  <a:lnTo>
                    <a:pt x="289941" y="249174"/>
                  </a:lnTo>
                  <a:lnTo>
                    <a:pt x="289941" y="267462"/>
                  </a:lnTo>
                  <a:lnTo>
                    <a:pt x="275209" y="267462"/>
                  </a:lnTo>
                  <a:lnTo>
                    <a:pt x="275209" y="278511"/>
                  </a:lnTo>
                  <a:lnTo>
                    <a:pt x="264160" y="278511"/>
                  </a:lnTo>
                  <a:lnTo>
                    <a:pt x="264160" y="293116"/>
                  </a:lnTo>
                  <a:lnTo>
                    <a:pt x="253111" y="293116"/>
                  </a:lnTo>
                  <a:lnTo>
                    <a:pt x="253111" y="307721"/>
                  </a:lnTo>
                  <a:lnTo>
                    <a:pt x="238633" y="307721"/>
                  </a:lnTo>
                  <a:lnTo>
                    <a:pt x="238633" y="326390"/>
                  </a:lnTo>
                  <a:lnTo>
                    <a:pt x="220345" y="326390"/>
                  </a:lnTo>
                  <a:lnTo>
                    <a:pt x="220345" y="308102"/>
                  </a:lnTo>
                  <a:lnTo>
                    <a:pt x="205613" y="308102"/>
                  </a:lnTo>
                  <a:lnTo>
                    <a:pt x="205613" y="282448"/>
                  </a:lnTo>
                  <a:lnTo>
                    <a:pt x="191008" y="282448"/>
                  </a:lnTo>
                  <a:lnTo>
                    <a:pt x="191008" y="267843"/>
                  </a:lnTo>
                  <a:lnTo>
                    <a:pt x="172720" y="267843"/>
                  </a:lnTo>
                  <a:lnTo>
                    <a:pt x="172720" y="249555"/>
                  </a:lnTo>
                  <a:lnTo>
                    <a:pt x="147066" y="249555"/>
                  </a:lnTo>
                  <a:lnTo>
                    <a:pt x="147066" y="234823"/>
                  </a:lnTo>
                  <a:lnTo>
                    <a:pt x="132334" y="234823"/>
                  </a:lnTo>
                  <a:lnTo>
                    <a:pt x="132334" y="220218"/>
                  </a:lnTo>
                  <a:lnTo>
                    <a:pt x="161671" y="220218"/>
                  </a:lnTo>
                  <a:lnTo>
                    <a:pt x="161671" y="205486"/>
                  </a:lnTo>
                  <a:lnTo>
                    <a:pt x="176276" y="205486"/>
                  </a:lnTo>
                  <a:lnTo>
                    <a:pt x="176276" y="190881"/>
                  </a:lnTo>
                  <a:lnTo>
                    <a:pt x="190881" y="190881"/>
                  </a:lnTo>
                  <a:lnTo>
                    <a:pt x="190881" y="176276"/>
                  </a:lnTo>
                  <a:lnTo>
                    <a:pt x="205486" y="176276"/>
                  </a:lnTo>
                  <a:lnTo>
                    <a:pt x="205486" y="161544"/>
                  </a:lnTo>
                  <a:lnTo>
                    <a:pt x="220091" y="161544"/>
                  </a:lnTo>
                  <a:lnTo>
                    <a:pt x="220091" y="132207"/>
                  </a:lnTo>
                  <a:close/>
                  <a:moveTo>
                    <a:pt x="220218" y="0"/>
                  </a:moveTo>
                  <a:lnTo>
                    <a:pt x="220218" y="44069"/>
                  </a:lnTo>
                  <a:lnTo>
                    <a:pt x="205486" y="44069"/>
                  </a:lnTo>
                  <a:lnTo>
                    <a:pt x="205486" y="88138"/>
                  </a:lnTo>
                  <a:lnTo>
                    <a:pt x="190881" y="88138"/>
                  </a:lnTo>
                  <a:lnTo>
                    <a:pt x="190881" y="132207"/>
                  </a:lnTo>
                  <a:lnTo>
                    <a:pt x="176276" y="132207"/>
                  </a:lnTo>
                  <a:lnTo>
                    <a:pt x="176276" y="146812"/>
                  </a:lnTo>
                  <a:lnTo>
                    <a:pt x="161544" y="146812"/>
                  </a:lnTo>
                  <a:lnTo>
                    <a:pt x="161544" y="161417"/>
                  </a:lnTo>
                  <a:lnTo>
                    <a:pt x="146939" y="161417"/>
                  </a:lnTo>
                  <a:lnTo>
                    <a:pt x="146939" y="176022"/>
                  </a:lnTo>
                  <a:lnTo>
                    <a:pt x="117475" y="176022"/>
                  </a:lnTo>
                  <a:lnTo>
                    <a:pt x="117475" y="190627"/>
                  </a:lnTo>
                  <a:lnTo>
                    <a:pt x="88138" y="190627"/>
                  </a:lnTo>
                  <a:lnTo>
                    <a:pt x="88138" y="205232"/>
                  </a:lnTo>
                  <a:lnTo>
                    <a:pt x="44069" y="205232"/>
                  </a:lnTo>
                  <a:lnTo>
                    <a:pt x="44069" y="219837"/>
                  </a:lnTo>
                  <a:lnTo>
                    <a:pt x="0" y="219837"/>
                  </a:lnTo>
                  <a:lnTo>
                    <a:pt x="0" y="234569"/>
                  </a:lnTo>
                  <a:lnTo>
                    <a:pt x="21971" y="234569"/>
                  </a:lnTo>
                  <a:lnTo>
                    <a:pt x="21971" y="249174"/>
                  </a:lnTo>
                  <a:lnTo>
                    <a:pt x="73406" y="249174"/>
                  </a:lnTo>
                  <a:lnTo>
                    <a:pt x="73406" y="264160"/>
                  </a:lnTo>
                  <a:lnTo>
                    <a:pt x="117475" y="264160"/>
                  </a:lnTo>
                  <a:lnTo>
                    <a:pt x="117475" y="278765"/>
                  </a:lnTo>
                  <a:lnTo>
                    <a:pt x="132080" y="278765"/>
                  </a:lnTo>
                  <a:lnTo>
                    <a:pt x="132080" y="293370"/>
                  </a:lnTo>
                  <a:lnTo>
                    <a:pt x="146685" y="293370"/>
                  </a:lnTo>
                  <a:lnTo>
                    <a:pt x="146685" y="307975"/>
                  </a:lnTo>
                  <a:lnTo>
                    <a:pt x="161290" y="307975"/>
                  </a:lnTo>
                  <a:lnTo>
                    <a:pt x="161290" y="322580"/>
                  </a:lnTo>
                  <a:lnTo>
                    <a:pt x="175895" y="322580"/>
                  </a:lnTo>
                  <a:lnTo>
                    <a:pt x="175895" y="337185"/>
                  </a:lnTo>
                  <a:lnTo>
                    <a:pt x="190500" y="337185"/>
                  </a:lnTo>
                  <a:lnTo>
                    <a:pt x="190500" y="366522"/>
                  </a:lnTo>
                  <a:lnTo>
                    <a:pt x="205105" y="366522"/>
                  </a:lnTo>
                  <a:lnTo>
                    <a:pt x="205105" y="410591"/>
                  </a:lnTo>
                  <a:lnTo>
                    <a:pt x="219710" y="410591"/>
                  </a:lnTo>
                  <a:lnTo>
                    <a:pt x="219710" y="466471"/>
                  </a:lnTo>
                  <a:lnTo>
                    <a:pt x="234569" y="466471"/>
                  </a:lnTo>
                  <a:lnTo>
                    <a:pt x="234569" y="440436"/>
                  </a:lnTo>
                  <a:lnTo>
                    <a:pt x="249174" y="440436"/>
                  </a:lnTo>
                  <a:lnTo>
                    <a:pt x="249174" y="396367"/>
                  </a:lnTo>
                  <a:lnTo>
                    <a:pt x="264160" y="396367"/>
                  </a:lnTo>
                  <a:lnTo>
                    <a:pt x="264160" y="352298"/>
                  </a:lnTo>
                  <a:lnTo>
                    <a:pt x="278765" y="352298"/>
                  </a:lnTo>
                  <a:lnTo>
                    <a:pt x="278765" y="322961"/>
                  </a:lnTo>
                  <a:lnTo>
                    <a:pt x="293370" y="322961"/>
                  </a:lnTo>
                  <a:lnTo>
                    <a:pt x="293370" y="308356"/>
                  </a:lnTo>
                  <a:lnTo>
                    <a:pt x="307975" y="308356"/>
                  </a:lnTo>
                  <a:lnTo>
                    <a:pt x="307975" y="293624"/>
                  </a:lnTo>
                  <a:lnTo>
                    <a:pt x="322580" y="293624"/>
                  </a:lnTo>
                  <a:lnTo>
                    <a:pt x="322580" y="279019"/>
                  </a:lnTo>
                  <a:lnTo>
                    <a:pt x="352044" y="279019"/>
                  </a:lnTo>
                  <a:lnTo>
                    <a:pt x="352044" y="264287"/>
                  </a:lnTo>
                  <a:lnTo>
                    <a:pt x="396113" y="264287"/>
                  </a:lnTo>
                  <a:lnTo>
                    <a:pt x="396113" y="249682"/>
                  </a:lnTo>
                  <a:lnTo>
                    <a:pt x="436499" y="249682"/>
                  </a:lnTo>
                  <a:lnTo>
                    <a:pt x="436499" y="234823"/>
                  </a:lnTo>
                  <a:lnTo>
                    <a:pt x="466471" y="234823"/>
                  </a:lnTo>
                  <a:lnTo>
                    <a:pt x="466471" y="220218"/>
                  </a:lnTo>
                  <a:lnTo>
                    <a:pt x="410972" y="220218"/>
                  </a:lnTo>
                  <a:lnTo>
                    <a:pt x="410972" y="205486"/>
                  </a:lnTo>
                  <a:lnTo>
                    <a:pt x="366903" y="205486"/>
                  </a:lnTo>
                  <a:lnTo>
                    <a:pt x="366903" y="190881"/>
                  </a:lnTo>
                  <a:lnTo>
                    <a:pt x="337566" y="190881"/>
                  </a:lnTo>
                  <a:lnTo>
                    <a:pt x="337566" y="176276"/>
                  </a:lnTo>
                  <a:lnTo>
                    <a:pt x="322961" y="176276"/>
                  </a:lnTo>
                  <a:lnTo>
                    <a:pt x="322961" y="161544"/>
                  </a:lnTo>
                  <a:lnTo>
                    <a:pt x="308356" y="161544"/>
                  </a:lnTo>
                  <a:lnTo>
                    <a:pt x="308356" y="146939"/>
                  </a:lnTo>
                  <a:lnTo>
                    <a:pt x="293624" y="146939"/>
                  </a:lnTo>
                  <a:lnTo>
                    <a:pt x="293624" y="132207"/>
                  </a:lnTo>
                  <a:lnTo>
                    <a:pt x="279019" y="132207"/>
                  </a:lnTo>
                  <a:lnTo>
                    <a:pt x="279019" y="117475"/>
                  </a:lnTo>
                  <a:lnTo>
                    <a:pt x="264287" y="117475"/>
                  </a:lnTo>
                  <a:lnTo>
                    <a:pt x="264287" y="73406"/>
                  </a:lnTo>
                  <a:lnTo>
                    <a:pt x="249682" y="73406"/>
                  </a:lnTo>
                  <a:lnTo>
                    <a:pt x="249682" y="18288"/>
                  </a:lnTo>
                  <a:lnTo>
                    <a:pt x="234823" y="18288"/>
                  </a:lnTo>
                  <a:lnTo>
                    <a:pt x="234823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838529" y="6461950"/>
            <a:ext cx="8610752" cy="1524000"/>
            <a:chOff x="0" y="0"/>
            <a:chExt cx="8610752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10727" cy="1524000"/>
            </a:xfrm>
            <a:custGeom>
              <a:avLst/>
              <a:gdLst/>
              <a:ahLst/>
              <a:cxnLst/>
              <a:rect r="r" b="b" t="t" l="l"/>
              <a:pathLst>
                <a:path h="1524000" w="8610727">
                  <a:moveTo>
                    <a:pt x="0" y="0"/>
                  </a:moveTo>
                  <a:lnTo>
                    <a:pt x="8610727" y="0"/>
                  </a:lnTo>
                  <a:lnTo>
                    <a:pt x="8610727" y="1524000"/>
                  </a:lnTo>
                  <a:lnTo>
                    <a:pt x="0" y="1524000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2215077" y="-2215077"/>
            <a:ext cx="1926698" cy="6356861"/>
          </a:xfrm>
          <a:custGeom>
            <a:avLst/>
            <a:gdLst/>
            <a:ahLst/>
            <a:cxnLst/>
            <a:rect r="r" b="b" t="t" l="l"/>
            <a:pathLst>
              <a:path h="6356861" w="1926698">
                <a:moveTo>
                  <a:pt x="0" y="0"/>
                </a:moveTo>
                <a:lnTo>
                  <a:pt x="1926698" y="0"/>
                </a:lnTo>
                <a:lnTo>
                  <a:pt x="1926698" y="6356861"/>
                </a:lnTo>
                <a:lnTo>
                  <a:pt x="0" y="6356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30" r="-101702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850296" y="9090279"/>
            <a:ext cx="408984" cy="408975"/>
            <a:chOff x="0" y="0"/>
            <a:chExt cx="408978" cy="408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8940" cy="408940"/>
            </a:xfrm>
            <a:custGeom>
              <a:avLst/>
              <a:gdLst/>
              <a:ahLst/>
              <a:cxnLst/>
              <a:rect r="r" b="b" t="t" l="l"/>
              <a:pathLst>
                <a:path h="408940" w="408940">
                  <a:moveTo>
                    <a:pt x="204470" y="115189"/>
                  </a:moveTo>
                  <a:lnTo>
                    <a:pt x="204470" y="127889"/>
                  </a:lnTo>
                  <a:lnTo>
                    <a:pt x="217170" y="127889"/>
                  </a:lnTo>
                  <a:lnTo>
                    <a:pt x="217170" y="150241"/>
                  </a:lnTo>
                  <a:lnTo>
                    <a:pt x="229870" y="150241"/>
                  </a:lnTo>
                  <a:lnTo>
                    <a:pt x="229870" y="162941"/>
                  </a:lnTo>
                  <a:lnTo>
                    <a:pt x="245872" y="162941"/>
                  </a:lnTo>
                  <a:lnTo>
                    <a:pt x="245872" y="178943"/>
                  </a:lnTo>
                  <a:lnTo>
                    <a:pt x="268224" y="178943"/>
                  </a:lnTo>
                  <a:lnTo>
                    <a:pt x="268224" y="191643"/>
                  </a:lnTo>
                  <a:lnTo>
                    <a:pt x="284226" y="191643"/>
                  </a:lnTo>
                  <a:lnTo>
                    <a:pt x="284226" y="204343"/>
                  </a:lnTo>
                  <a:lnTo>
                    <a:pt x="265303" y="204343"/>
                  </a:lnTo>
                  <a:lnTo>
                    <a:pt x="265303" y="217043"/>
                  </a:lnTo>
                  <a:lnTo>
                    <a:pt x="252603" y="217043"/>
                  </a:lnTo>
                  <a:lnTo>
                    <a:pt x="252603" y="233045"/>
                  </a:lnTo>
                  <a:lnTo>
                    <a:pt x="239649" y="233045"/>
                  </a:lnTo>
                  <a:lnTo>
                    <a:pt x="239649" y="242570"/>
                  </a:lnTo>
                  <a:lnTo>
                    <a:pt x="230124" y="242570"/>
                  </a:lnTo>
                  <a:lnTo>
                    <a:pt x="230124" y="255270"/>
                  </a:lnTo>
                  <a:lnTo>
                    <a:pt x="220599" y="255270"/>
                  </a:lnTo>
                  <a:lnTo>
                    <a:pt x="220599" y="267970"/>
                  </a:lnTo>
                  <a:lnTo>
                    <a:pt x="207899" y="267970"/>
                  </a:lnTo>
                  <a:lnTo>
                    <a:pt x="207899" y="283972"/>
                  </a:lnTo>
                  <a:lnTo>
                    <a:pt x="191770" y="283972"/>
                  </a:lnTo>
                  <a:lnTo>
                    <a:pt x="191770" y="268351"/>
                  </a:lnTo>
                  <a:lnTo>
                    <a:pt x="179070" y="268351"/>
                  </a:lnTo>
                  <a:lnTo>
                    <a:pt x="179070" y="245999"/>
                  </a:lnTo>
                  <a:lnTo>
                    <a:pt x="166370" y="245999"/>
                  </a:lnTo>
                  <a:lnTo>
                    <a:pt x="166370" y="233299"/>
                  </a:lnTo>
                  <a:lnTo>
                    <a:pt x="150368" y="233299"/>
                  </a:lnTo>
                  <a:lnTo>
                    <a:pt x="150368" y="217297"/>
                  </a:lnTo>
                  <a:lnTo>
                    <a:pt x="128016" y="217297"/>
                  </a:lnTo>
                  <a:lnTo>
                    <a:pt x="128016" y="204597"/>
                  </a:lnTo>
                  <a:lnTo>
                    <a:pt x="115316" y="204597"/>
                  </a:lnTo>
                  <a:lnTo>
                    <a:pt x="115316" y="191897"/>
                  </a:lnTo>
                  <a:lnTo>
                    <a:pt x="140843" y="191897"/>
                  </a:lnTo>
                  <a:lnTo>
                    <a:pt x="140843" y="179197"/>
                  </a:lnTo>
                  <a:lnTo>
                    <a:pt x="153543" y="179197"/>
                  </a:lnTo>
                  <a:lnTo>
                    <a:pt x="153543" y="166497"/>
                  </a:lnTo>
                  <a:lnTo>
                    <a:pt x="166243" y="166497"/>
                  </a:lnTo>
                  <a:lnTo>
                    <a:pt x="166243" y="153797"/>
                  </a:lnTo>
                  <a:lnTo>
                    <a:pt x="178943" y="153797"/>
                  </a:lnTo>
                  <a:lnTo>
                    <a:pt x="178943" y="141097"/>
                  </a:lnTo>
                  <a:lnTo>
                    <a:pt x="191643" y="141097"/>
                  </a:lnTo>
                  <a:lnTo>
                    <a:pt x="191643" y="115189"/>
                  </a:lnTo>
                  <a:close/>
                  <a:moveTo>
                    <a:pt x="191770" y="0"/>
                  </a:moveTo>
                  <a:lnTo>
                    <a:pt x="191770" y="38354"/>
                  </a:lnTo>
                  <a:lnTo>
                    <a:pt x="179070" y="38354"/>
                  </a:lnTo>
                  <a:lnTo>
                    <a:pt x="179070" y="76708"/>
                  </a:lnTo>
                  <a:lnTo>
                    <a:pt x="166370" y="76708"/>
                  </a:lnTo>
                  <a:lnTo>
                    <a:pt x="166370" y="115062"/>
                  </a:lnTo>
                  <a:lnTo>
                    <a:pt x="153670" y="115062"/>
                  </a:lnTo>
                  <a:lnTo>
                    <a:pt x="153670" y="127762"/>
                  </a:lnTo>
                  <a:lnTo>
                    <a:pt x="140970" y="127762"/>
                  </a:lnTo>
                  <a:lnTo>
                    <a:pt x="140970" y="140462"/>
                  </a:lnTo>
                  <a:lnTo>
                    <a:pt x="128270" y="140462"/>
                  </a:lnTo>
                  <a:lnTo>
                    <a:pt x="128270" y="153162"/>
                  </a:lnTo>
                  <a:lnTo>
                    <a:pt x="102235" y="153162"/>
                  </a:lnTo>
                  <a:lnTo>
                    <a:pt x="102235" y="165862"/>
                  </a:lnTo>
                  <a:lnTo>
                    <a:pt x="76708" y="165862"/>
                  </a:lnTo>
                  <a:lnTo>
                    <a:pt x="76708" y="178562"/>
                  </a:lnTo>
                  <a:lnTo>
                    <a:pt x="38354" y="178562"/>
                  </a:lnTo>
                  <a:lnTo>
                    <a:pt x="38354" y="191262"/>
                  </a:lnTo>
                  <a:lnTo>
                    <a:pt x="0" y="191262"/>
                  </a:lnTo>
                  <a:lnTo>
                    <a:pt x="0" y="204470"/>
                  </a:lnTo>
                  <a:lnTo>
                    <a:pt x="19177" y="204470"/>
                  </a:lnTo>
                  <a:lnTo>
                    <a:pt x="19177" y="217170"/>
                  </a:lnTo>
                  <a:lnTo>
                    <a:pt x="63881" y="217170"/>
                  </a:lnTo>
                  <a:lnTo>
                    <a:pt x="63881" y="229870"/>
                  </a:lnTo>
                  <a:lnTo>
                    <a:pt x="102235" y="229870"/>
                  </a:lnTo>
                  <a:lnTo>
                    <a:pt x="102235" y="242570"/>
                  </a:lnTo>
                  <a:lnTo>
                    <a:pt x="114935" y="242570"/>
                  </a:lnTo>
                  <a:lnTo>
                    <a:pt x="114935" y="255270"/>
                  </a:lnTo>
                  <a:lnTo>
                    <a:pt x="127635" y="255270"/>
                  </a:lnTo>
                  <a:lnTo>
                    <a:pt x="127635" y="267970"/>
                  </a:lnTo>
                  <a:lnTo>
                    <a:pt x="140335" y="267970"/>
                  </a:lnTo>
                  <a:lnTo>
                    <a:pt x="140335" y="280670"/>
                  </a:lnTo>
                  <a:lnTo>
                    <a:pt x="153035" y="280670"/>
                  </a:lnTo>
                  <a:lnTo>
                    <a:pt x="153035" y="293370"/>
                  </a:lnTo>
                  <a:lnTo>
                    <a:pt x="165735" y="293370"/>
                  </a:lnTo>
                  <a:lnTo>
                    <a:pt x="165735" y="318897"/>
                  </a:lnTo>
                  <a:lnTo>
                    <a:pt x="178435" y="318897"/>
                  </a:lnTo>
                  <a:lnTo>
                    <a:pt x="178435" y="357251"/>
                  </a:lnTo>
                  <a:lnTo>
                    <a:pt x="191135" y="357251"/>
                  </a:lnTo>
                  <a:lnTo>
                    <a:pt x="191135" y="408940"/>
                  </a:lnTo>
                  <a:lnTo>
                    <a:pt x="204470" y="408940"/>
                  </a:lnTo>
                  <a:lnTo>
                    <a:pt x="204470" y="383413"/>
                  </a:lnTo>
                  <a:lnTo>
                    <a:pt x="217170" y="383413"/>
                  </a:lnTo>
                  <a:lnTo>
                    <a:pt x="217170" y="345059"/>
                  </a:lnTo>
                  <a:lnTo>
                    <a:pt x="229870" y="345059"/>
                  </a:lnTo>
                  <a:lnTo>
                    <a:pt x="229870" y="306705"/>
                  </a:lnTo>
                  <a:lnTo>
                    <a:pt x="242570" y="306705"/>
                  </a:lnTo>
                  <a:lnTo>
                    <a:pt x="242570" y="281178"/>
                  </a:lnTo>
                  <a:lnTo>
                    <a:pt x="255270" y="281178"/>
                  </a:lnTo>
                  <a:lnTo>
                    <a:pt x="255270" y="268478"/>
                  </a:lnTo>
                  <a:lnTo>
                    <a:pt x="267970" y="268478"/>
                  </a:lnTo>
                  <a:lnTo>
                    <a:pt x="267970" y="255778"/>
                  </a:lnTo>
                  <a:lnTo>
                    <a:pt x="280670" y="255778"/>
                  </a:lnTo>
                  <a:lnTo>
                    <a:pt x="280670" y="243078"/>
                  </a:lnTo>
                  <a:lnTo>
                    <a:pt x="306324" y="243078"/>
                  </a:lnTo>
                  <a:lnTo>
                    <a:pt x="306324" y="230378"/>
                  </a:lnTo>
                  <a:lnTo>
                    <a:pt x="344678" y="230378"/>
                  </a:lnTo>
                  <a:lnTo>
                    <a:pt x="344678" y="217678"/>
                  </a:lnTo>
                  <a:lnTo>
                    <a:pt x="379857" y="217678"/>
                  </a:lnTo>
                  <a:lnTo>
                    <a:pt x="379857" y="204470"/>
                  </a:lnTo>
                  <a:lnTo>
                    <a:pt x="408940" y="204470"/>
                  </a:lnTo>
                  <a:lnTo>
                    <a:pt x="408940" y="191770"/>
                  </a:lnTo>
                  <a:lnTo>
                    <a:pt x="357886" y="191770"/>
                  </a:lnTo>
                  <a:lnTo>
                    <a:pt x="357886" y="179070"/>
                  </a:lnTo>
                  <a:lnTo>
                    <a:pt x="319532" y="179070"/>
                  </a:lnTo>
                  <a:lnTo>
                    <a:pt x="319532" y="166370"/>
                  </a:lnTo>
                  <a:lnTo>
                    <a:pt x="294005" y="166370"/>
                  </a:lnTo>
                  <a:lnTo>
                    <a:pt x="294005" y="153670"/>
                  </a:lnTo>
                  <a:lnTo>
                    <a:pt x="281305" y="153670"/>
                  </a:lnTo>
                  <a:lnTo>
                    <a:pt x="281305" y="140970"/>
                  </a:lnTo>
                  <a:lnTo>
                    <a:pt x="268605" y="140970"/>
                  </a:lnTo>
                  <a:lnTo>
                    <a:pt x="268605" y="128270"/>
                  </a:lnTo>
                  <a:lnTo>
                    <a:pt x="255905" y="128270"/>
                  </a:lnTo>
                  <a:lnTo>
                    <a:pt x="255905" y="115570"/>
                  </a:lnTo>
                  <a:lnTo>
                    <a:pt x="243205" y="115570"/>
                  </a:lnTo>
                  <a:lnTo>
                    <a:pt x="243205" y="102235"/>
                  </a:lnTo>
                  <a:lnTo>
                    <a:pt x="230505" y="102235"/>
                  </a:lnTo>
                  <a:lnTo>
                    <a:pt x="230505" y="63881"/>
                  </a:lnTo>
                  <a:lnTo>
                    <a:pt x="217805" y="63881"/>
                  </a:lnTo>
                  <a:lnTo>
                    <a:pt x="217805" y="16002"/>
                  </a:lnTo>
                  <a:lnTo>
                    <a:pt x="204470" y="16002"/>
                  </a:lnTo>
                  <a:lnTo>
                    <a:pt x="20447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938285" y="5642800"/>
            <a:ext cx="2286000" cy="3219450"/>
          </a:xfrm>
          <a:custGeom>
            <a:avLst/>
            <a:gdLst/>
            <a:ahLst/>
            <a:cxnLst/>
            <a:rect r="r" b="b" t="t" l="l"/>
            <a:pathLst>
              <a:path h="3219450" w="2286000">
                <a:moveTo>
                  <a:pt x="0" y="0"/>
                </a:moveTo>
                <a:lnTo>
                  <a:pt x="2286000" y="0"/>
                </a:lnTo>
                <a:lnTo>
                  <a:pt x="22860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-10141500">
            <a:off x="-321850" y="8071047"/>
            <a:ext cx="6491935" cy="2757345"/>
            <a:chOff x="0" y="0"/>
            <a:chExt cx="8655914" cy="36764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55939" cy="3676523"/>
            </a:xfrm>
            <a:custGeom>
              <a:avLst/>
              <a:gdLst/>
              <a:ahLst/>
              <a:cxnLst/>
              <a:rect r="r" b="b" t="t" l="l"/>
              <a:pathLst>
                <a:path h="3676523" w="8655939">
                  <a:moveTo>
                    <a:pt x="8655939" y="3676523"/>
                  </a:moveTo>
                  <a:lnTo>
                    <a:pt x="7942961" y="0"/>
                  </a:lnTo>
                  <a:lnTo>
                    <a:pt x="20701" y="1536446"/>
                  </a:lnTo>
                  <a:lnTo>
                    <a:pt x="0" y="3589401"/>
                  </a:lnTo>
                  <a:lnTo>
                    <a:pt x="8655939" y="3676523"/>
                  </a:lnTo>
                  <a:close/>
                </a:path>
              </a:pathLst>
            </a:custGeom>
            <a:blipFill>
              <a:blip r:embed="rId4"/>
              <a:stretch>
                <a:fillRect l="0" t="-100295" r="-20123" b="-455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3122280">
            <a:off x="12442927" y="55121"/>
            <a:ext cx="9507007" cy="4648571"/>
            <a:chOff x="0" y="0"/>
            <a:chExt cx="12676010" cy="61980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75997" cy="6198108"/>
            </a:xfrm>
            <a:custGeom>
              <a:avLst/>
              <a:gdLst/>
              <a:ahLst/>
              <a:cxnLst/>
              <a:rect r="r" b="b" t="t" l="l"/>
              <a:pathLst>
                <a:path h="6198108" w="12675997">
                  <a:moveTo>
                    <a:pt x="0" y="6064885"/>
                  </a:moveTo>
                  <a:lnTo>
                    <a:pt x="12675997" y="6198108"/>
                  </a:lnTo>
                  <a:lnTo>
                    <a:pt x="4732020" y="0"/>
                  </a:lnTo>
                  <a:close/>
                </a:path>
              </a:pathLst>
            </a:custGeom>
            <a:blipFill>
              <a:blip r:embed="rId5"/>
              <a:stretch>
                <a:fillRect l="-8788" t="-166235" r="-27013" b="-551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-1113900">
            <a:off x="708289" y="1431503"/>
            <a:ext cx="942975" cy="990600"/>
            <a:chOff x="0" y="0"/>
            <a:chExt cx="1257300" cy="132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257300">
                  <a:moveTo>
                    <a:pt x="1257300" y="0"/>
                  </a:moveTo>
                  <a:lnTo>
                    <a:pt x="0" y="0"/>
                  </a:lnTo>
                  <a:lnTo>
                    <a:pt x="0" y="1320800"/>
                  </a:lnTo>
                  <a:lnTo>
                    <a:pt x="1257300" y="1320800"/>
                  </a:lnTo>
                  <a:lnTo>
                    <a:pt x="125730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4688977" y="8138350"/>
            <a:ext cx="469706" cy="469706"/>
            <a:chOff x="0" y="0"/>
            <a:chExt cx="469710" cy="469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9646" cy="469646"/>
            </a:xfrm>
            <a:custGeom>
              <a:avLst/>
              <a:gdLst/>
              <a:ahLst/>
              <a:cxnLst/>
              <a:rect r="r" b="b" t="t" l="l"/>
              <a:pathLst>
                <a:path h="469646" w="469646">
                  <a:moveTo>
                    <a:pt x="0" y="469646"/>
                  </a:moveTo>
                  <a:lnTo>
                    <a:pt x="469646" y="469646"/>
                  </a:lnTo>
                  <a:lnTo>
                    <a:pt x="469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438857" y="3966400"/>
            <a:ext cx="13792352" cy="1524000"/>
            <a:chOff x="0" y="0"/>
            <a:chExt cx="13792352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92327" cy="1524000"/>
            </a:xfrm>
            <a:custGeom>
              <a:avLst/>
              <a:gdLst/>
              <a:ahLst/>
              <a:cxnLst/>
              <a:rect r="r" b="b" t="t" l="l"/>
              <a:pathLst>
                <a:path h="1524000" w="13792327">
                  <a:moveTo>
                    <a:pt x="0" y="0"/>
                  </a:moveTo>
                  <a:lnTo>
                    <a:pt x="13792327" y="0"/>
                  </a:lnTo>
                  <a:lnTo>
                    <a:pt x="13792327" y="1524000"/>
                  </a:lnTo>
                  <a:lnTo>
                    <a:pt x="0" y="1524000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5413753" y="1208856"/>
            <a:ext cx="7459875" cy="1098175"/>
            <a:chOff x="0" y="0"/>
            <a:chExt cx="7459866" cy="10981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59853" cy="1098169"/>
            </a:xfrm>
            <a:custGeom>
              <a:avLst/>
              <a:gdLst/>
              <a:ahLst/>
              <a:cxnLst/>
              <a:rect r="r" b="b" t="t" l="l"/>
              <a:pathLst>
                <a:path h="1098169" w="7459853">
                  <a:moveTo>
                    <a:pt x="0" y="0"/>
                  </a:moveTo>
                  <a:lnTo>
                    <a:pt x="0" y="1098169"/>
                  </a:lnTo>
                  <a:lnTo>
                    <a:pt x="7459853" y="1098169"/>
                  </a:lnTo>
                  <a:lnTo>
                    <a:pt x="7459853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6850296" y="9090279"/>
            <a:ext cx="409004" cy="409004"/>
            <a:chOff x="0" y="0"/>
            <a:chExt cx="409004" cy="4090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8940" cy="408940"/>
            </a:xfrm>
            <a:custGeom>
              <a:avLst/>
              <a:gdLst/>
              <a:ahLst/>
              <a:cxnLst/>
              <a:rect r="r" b="b" t="t" l="l"/>
              <a:pathLst>
                <a:path h="408940" w="408940">
                  <a:moveTo>
                    <a:pt x="0" y="408940"/>
                  </a:moveTo>
                  <a:lnTo>
                    <a:pt x="408940" y="408940"/>
                  </a:lnTo>
                  <a:lnTo>
                    <a:pt x="4089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492366" y="2915898"/>
            <a:ext cx="132908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000" spc="102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TEAM 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38857" y="3575875"/>
            <a:ext cx="14068054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0"/>
              </a:lnSpc>
            </a:pPr>
            <a:r>
              <a:rPr lang="en-US" sz="120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PROJECT PROPOSAL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38529" y="5423725"/>
            <a:ext cx="8782812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0"/>
              </a:lnSpc>
            </a:pPr>
            <a:r>
              <a:rPr lang="en-US" sz="120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FEATHER DB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75255" y="1508474"/>
            <a:ext cx="6872164" cy="49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4F4F4"/>
                </a:solidFill>
                <a:latin typeface="Arimo"/>
                <a:ea typeface="Arimo"/>
                <a:cs typeface="Arimo"/>
                <a:sym typeface="Arimo"/>
              </a:rPr>
              <a:t>SWE 4304: SOFTWARE PROJECT LAB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953582" y="1235993"/>
            <a:ext cx="6380636" cy="1520590"/>
            <a:chOff x="0" y="0"/>
            <a:chExt cx="6380632" cy="1520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80607" cy="1520571"/>
            </a:xfrm>
            <a:custGeom>
              <a:avLst/>
              <a:gdLst/>
              <a:ahLst/>
              <a:cxnLst/>
              <a:rect r="r" b="b" t="t" l="l"/>
              <a:pathLst>
                <a:path h="1520571" w="6380607">
                  <a:moveTo>
                    <a:pt x="0" y="0"/>
                  </a:moveTo>
                  <a:lnTo>
                    <a:pt x="6380607" y="0"/>
                  </a:lnTo>
                  <a:lnTo>
                    <a:pt x="6380607" y="1520571"/>
                  </a:lnTo>
                  <a:lnTo>
                    <a:pt x="0" y="1520571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589472" y="3756155"/>
            <a:ext cx="3109027" cy="454152"/>
            <a:chOff x="0" y="0"/>
            <a:chExt cx="3109024" cy="4541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9087" cy="454152"/>
            </a:xfrm>
            <a:custGeom>
              <a:avLst/>
              <a:gdLst/>
              <a:ahLst/>
              <a:cxnLst/>
              <a:rect r="r" b="b" t="t" l="l"/>
              <a:pathLst>
                <a:path h="454152" w="3109087">
                  <a:moveTo>
                    <a:pt x="0" y="0"/>
                  </a:moveTo>
                  <a:lnTo>
                    <a:pt x="3109087" y="0"/>
                  </a:lnTo>
                  <a:lnTo>
                    <a:pt x="3109087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010382" y="4371442"/>
            <a:ext cx="2206085" cy="454152"/>
            <a:chOff x="0" y="0"/>
            <a:chExt cx="2206092" cy="4541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6117" cy="454152"/>
            </a:xfrm>
            <a:custGeom>
              <a:avLst/>
              <a:gdLst/>
              <a:ahLst/>
              <a:cxnLst/>
              <a:rect r="r" b="b" t="t" l="l"/>
              <a:pathLst>
                <a:path h="454152" w="2206117">
                  <a:moveTo>
                    <a:pt x="0" y="0"/>
                  </a:moveTo>
                  <a:lnTo>
                    <a:pt x="2206117" y="0"/>
                  </a:lnTo>
                  <a:lnTo>
                    <a:pt x="2206117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319088" y="9316869"/>
            <a:ext cx="968912" cy="970131"/>
          </a:xfrm>
          <a:custGeom>
            <a:avLst/>
            <a:gdLst/>
            <a:ahLst/>
            <a:cxnLst/>
            <a:rect r="r" b="b" t="t" l="l"/>
            <a:pathLst>
              <a:path h="970131" w="968912">
                <a:moveTo>
                  <a:pt x="0" y="0"/>
                </a:moveTo>
                <a:lnTo>
                  <a:pt x="968912" y="0"/>
                </a:lnTo>
                <a:lnTo>
                  <a:pt x="968912" y="970131"/>
                </a:lnTo>
                <a:lnTo>
                  <a:pt x="0" y="970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2" b="-146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037642" y="7158418"/>
            <a:ext cx="4335818" cy="454152"/>
            <a:chOff x="0" y="0"/>
            <a:chExt cx="4335818" cy="4541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35780" cy="454152"/>
            </a:xfrm>
            <a:custGeom>
              <a:avLst/>
              <a:gdLst/>
              <a:ahLst/>
              <a:cxnLst/>
              <a:rect r="r" b="b" t="t" l="l"/>
              <a:pathLst>
                <a:path h="454152" w="4335780">
                  <a:moveTo>
                    <a:pt x="0" y="0"/>
                  </a:moveTo>
                  <a:lnTo>
                    <a:pt x="4335780" y="0"/>
                  </a:lnTo>
                  <a:lnTo>
                    <a:pt x="4335780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265260" y="5445128"/>
            <a:ext cx="3757470" cy="454152"/>
            <a:chOff x="0" y="0"/>
            <a:chExt cx="3757473" cy="4541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57422" cy="454152"/>
            </a:xfrm>
            <a:custGeom>
              <a:avLst/>
              <a:gdLst/>
              <a:ahLst/>
              <a:cxnLst/>
              <a:rect r="r" b="b" t="t" l="l"/>
              <a:pathLst>
                <a:path h="454152" w="3757422">
                  <a:moveTo>
                    <a:pt x="0" y="0"/>
                  </a:moveTo>
                  <a:lnTo>
                    <a:pt x="3757422" y="0"/>
                  </a:lnTo>
                  <a:lnTo>
                    <a:pt x="3757422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979378" y="6088847"/>
            <a:ext cx="2206085" cy="454152"/>
            <a:chOff x="0" y="0"/>
            <a:chExt cx="2206092" cy="4541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6117" cy="454152"/>
            </a:xfrm>
            <a:custGeom>
              <a:avLst/>
              <a:gdLst/>
              <a:ahLst/>
              <a:cxnLst/>
              <a:rect r="r" b="b" t="t" l="l"/>
              <a:pathLst>
                <a:path h="454152" w="2206117">
                  <a:moveTo>
                    <a:pt x="0" y="0"/>
                  </a:moveTo>
                  <a:lnTo>
                    <a:pt x="2206117" y="0"/>
                  </a:lnTo>
                  <a:lnTo>
                    <a:pt x="2206117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159686" y="7796594"/>
            <a:ext cx="2091785" cy="454152"/>
            <a:chOff x="0" y="0"/>
            <a:chExt cx="2091792" cy="4541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1817" cy="454152"/>
            </a:xfrm>
            <a:custGeom>
              <a:avLst/>
              <a:gdLst/>
              <a:ahLst/>
              <a:cxnLst/>
              <a:rect r="r" b="b" t="t" l="l"/>
              <a:pathLst>
                <a:path h="454152" w="2091817">
                  <a:moveTo>
                    <a:pt x="0" y="0"/>
                  </a:moveTo>
                  <a:lnTo>
                    <a:pt x="2091817" y="0"/>
                  </a:lnTo>
                  <a:lnTo>
                    <a:pt x="2091817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-10141500">
            <a:off x="-360750" y="7570756"/>
            <a:ext cx="6078064" cy="3205791"/>
            <a:chOff x="0" y="0"/>
            <a:chExt cx="8104086" cy="42743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04124" cy="4274439"/>
            </a:xfrm>
            <a:custGeom>
              <a:avLst/>
              <a:gdLst/>
              <a:ahLst/>
              <a:cxnLst/>
              <a:rect r="r" b="b" t="t" l="l"/>
              <a:pathLst>
                <a:path h="4274439" w="8104124">
                  <a:moveTo>
                    <a:pt x="8104124" y="4274439"/>
                  </a:moveTo>
                  <a:lnTo>
                    <a:pt x="7275195" y="0"/>
                  </a:lnTo>
                  <a:lnTo>
                    <a:pt x="28067" y="1405382"/>
                  </a:lnTo>
                  <a:lnTo>
                    <a:pt x="0" y="4192778"/>
                  </a:lnTo>
                  <a:lnTo>
                    <a:pt x="0" y="4192778"/>
                  </a:lnTo>
                  <a:lnTo>
                    <a:pt x="8104124" y="4274312"/>
                  </a:lnTo>
                  <a:close/>
                </a:path>
              </a:pathLst>
            </a:custGeom>
            <a:blipFill>
              <a:blip r:embed="rId3"/>
              <a:stretch>
                <a:fillRect l="0" t="-72147" r="-28302" b="-52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389147" y="-2295925"/>
            <a:ext cx="8660778" cy="5762463"/>
          </a:xfrm>
          <a:custGeom>
            <a:avLst/>
            <a:gdLst/>
            <a:ahLst/>
            <a:cxnLst/>
            <a:rect r="r" b="b" t="t" l="l"/>
            <a:pathLst>
              <a:path h="5762463" w="8660778">
                <a:moveTo>
                  <a:pt x="0" y="0"/>
                </a:moveTo>
                <a:lnTo>
                  <a:pt x="8660778" y="0"/>
                </a:lnTo>
                <a:lnTo>
                  <a:pt x="8660778" y="5762463"/>
                </a:lnTo>
                <a:lnTo>
                  <a:pt x="0" y="5762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-662700">
            <a:off x="8316535" y="7759170"/>
            <a:ext cx="7616990" cy="3287897"/>
            <a:chOff x="0" y="0"/>
            <a:chExt cx="10155987" cy="4383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55936" cy="4383913"/>
            </a:xfrm>
            <a:custGeom>
              <a:avLst/>
              <a:gdLst/>
              <a:ahLst/>
              <a:cxnLst/>
              <a:rect r="r" b="b" t="t" l="l"/>
              <a:pathLst>
                <a:path h="4383913" w="10155936">
                  <a:moveTo>
                    <a:pt x="10121646" y="0"/>
                  </a:moveTo>
                  <a:lnTo>
                    <a:pt x="0" y="79375"/>
                  </a:lnTo>
                  <a:lnTo>
                    <a:pt x="18288" y="2404999"/>
                  </a:lnTo>
                  <a:lnTo>
                    <a:pt x="10155936" y="4383913"/>
                  </a:lnTo>
                  <a:lnTo>
                    <a:pt x="10123297" y="210185"/>
                  </a:lnTo>
                  <a:lnTo>
                    <a:pt x="10121646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68" b="-80837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0" y="0"/>
            <a:ext cx="2463232" cy="1997583"/>
          </a:xfrm>
          <a:custGeom>
            <a:avLst/>
            <a:gdLst/>
            <a:ahLst/>
            <a:cxnLst/>
            <a:rect r="r" b="b" t="t" l="l"/>
            <a:pathLst>
              <a:path h="1997583" w="2463232">
                <a:moveTo>
                  <a:pt x="0" y="0"/>
                </a:moveTo>
                <a:lnTo>
                  <a:pt x="2463232" y="0"/>
                </a:lnTo>
                <a:lnTo>
                  <a:pt x="2463232" y="1997583"/>
                </a:lnTo>
                <a:lnTo>
                  <a:pt x="0" y="19975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392" t="-17776" r="0" b="0"/>
            </a:stretch>
          </a:blipFill>
        </p:spPr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1373155" y="0"/>
            <a:ext cx="6914845" cy="3463757"/>
            <a:chOff x="0" y="0"/>
            <a:chExt cx="6914845" cy="3463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14896" cy="3463798"/>
            </a:xfrm>
            <a:custGeom>
              <a:avLst/>
              <a:gdLst/>
              <a:ahLst/>
              <a:cxnLst/>
              <a:rect r="r" b="b" t="t" l="l"/>
              <a:pathLst>
                <a:path h="3463798" w="6914896">
                  <a:moveTo>
                    <a:pt x="0" y="0"/>
                  </a:moveTo>
                  <a:lnTo>
                    <a:pt x="0" y="3463798"/>
                  </a:lnTo>
                  <a:lnTo>
                    <a:pt x="6914896" y="3463798"/>
                  </a:lnTo>
                  <a:lnTo>
                    <a:pt x="691489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953582" y="1837001"/>
            <a:ext cx="6508185" cy="118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1"/>
              </a:lnSpc>
            </a:pPr>
            <a:r>
              <a:rPr lang="en-US" sz="11962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MEMBERS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82917" y="3354581"/>
            <a:ext cx="9715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69101" y="3611756"/>
            <a:ext cx="300869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5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WASI</a:t>
            </a: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OMAR</a:t>
            </a: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SYED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90011" y="4227043"/>
            <a:ext cx="208766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5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230042143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44899" y="5043554"/>
            <a:ext cx="3670125" cy="152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MD SAIF-AL SARKER</a:t>
            </a:r>
          </a:p>
          <a:p>
            <a:pPr algn="ctr">
              <a:lnSpc>
                <a:spcPts val="2637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230042106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17270" y="6756845"/>
            <a:ext cx="4260047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 SAFWAN HASAN KHAN</a:t>
            </a:r>
          </a:p>
          <a:p>
            <a:pPr algn="ctr">
              <a:lnSpc>
                <a:spcPts val="2550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230042117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141500">
            <a:off x="-328622" y="7949908"/>
            <a:ext cx="6244514" cy="2852290"/>
            <a:chOff x="0" y="0"/>
            <a:chExt cx="8326018" cy="3803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25993" cy="3803142"/>
            </a:xfrm>
            <a:custGeom>
              <a:avLst/>
              <a:gdLst/>
              <a:ahLst/>
              <a:cxnLst/>
              <a:rect r="r" b="b" t="t" l="l"/>
              <a:pathLst>
                <a:path h="3803142" w="8325993">
                  <a:moveTo>
                    <a:pt x="8325993" y="3803015"/>
                  </a:moveTo>
                  <a:lnTo>
                    <a:pt x="7588504" y="0"/>
                  </a:lnTo>
                  <a:lnTo>
                    <a:pt x="22606" y="1467231"/>
                  </a:lnTo>
                  <a:lnTo>
                    <a:pt x="0" y="3719322"/>
                  </a:lnTo>
                  <a:lnTo>
                    <a:pt x="8325993" y="3803142"/>
                  </a:lnTo>
                  <a:close/>
                </a:path>
              </a:pathLst>
            </a:custGeom>
            <a:blipFill>
              <a:blip r:embed="rId2"/>
              <a:stretch>
                <a:fillRect l="0" t="-93540" r="-24883" b="-52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-1113900">
            <a:off x="16182413" y="1232221"/>
            <a:ext cx="942975" cy="990600"/>
            <a:chOff x="0" y="0"/>
            <a:chExt cx="1257300" cy="132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257300">
                  <a:moveTo>
                    <a:pt x="1257300" y="0"/>
                  </a:moveTo>
                  <a:lnTo>
                    <a:pt x="996442" y="0"/>
                  </a:lnTo>
                  <a:lnTo>
                    <a:pt x="0" y="0"/>
                  </a:lnTo>
                  <a:lnTo>
                    <a:pt x="0" y="1320800"/>
                  </a:lnTo>
                  <a:lnTo>
                    <a:pt x="1257300" y="1320800"/>
                  </a:lnTo>
                  <a:lnTo>
                    <a:pt x="125730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53440" y="3420085"/>
            <a:ext cx="2085975" cy="1238250"/>
          </a:xfrm>
          <a:custGeom>
            <a:avLst/>
            <a:gdLst/>
            <a:ahLst/>
            <a:cxnLst/>
            <a:rect r="r" b="b" t="t" l="l"/>
            <a:pathLst>
              <a:path h="1238250" w="2085975">
                <a:moveTo>
                  <a:pt x="0" y="0"/>
                </a:moveTo>
                <a:lnTo>
                  <a:pt x="2085975" y="0"/>
                </a:lnTo>
                <a:lnTo>
                  <a:pt x="208597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3626846" y="5625846"/>
            <a:ext cx="5384521" cy="3937778"/>
          </a:xfrm>
          <a:custGeom>
            <a:avLst/>
            <a:gdLst/>
            <a:ahLst/>
            <a:cxnLst/>
            <a:rect r="r" b="b" t="t" l="l"/>
            <a:pathLst>
              <a:path h="3937778" w="5384521">
                <a:moveTo>
                  <a:pt x="0" y="0"/>
                </a:moveTo>
                <a:lnTo>
                  <a:pt x="5384521" y="0"/>
                </a:lnTo>
                <a:lnTo>
                  <a:pt x="5384521" y="3937778"/>
                </a:lnTo>
                <a:lnTo>
                  <a:pt x="0" y="393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16" t="0" r="0" b="-38601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786274" y="5577097"/>
            <a:ext cx="8715375" cy="952500"/>
            <a:chOff x="0" y="0"/>
            <a:chExt cx="8715375" cy="952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15375" cy="952500"/>
            </a:xfrm>
            <a:custGeom>
              <a:avLst/>
              <a:gdLst/>
              <a:ahLst/>
              <a:cxnLst/>
              <a:rect r="r" b="b" t="t" l="l"/>
              <a:pathLst>
                <a:path h="952500" w="8715375">
                  <a:moveTo>
                    <a:pt x="0" y="0"/>
                  </a:moveTo>
                  <a:lnTo>
                    <a:pt x="8715375" y="0"/>
                  </a:lnTo>
                  <a:lnTo>
                    <a:pt x="8715375" y="952500"/>
                  </a:lnTo>
                  <a:lnTo>
                    <a:pt x="0" y="952500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762511" y="7556497"/>
            <a:ext cx="6762750" cy="952500"/>
            <a:chOff x="0" y="0"/>
            <a:chExt cx="6762750" cy="952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62750" cy="952500"/>
            </a:xfrm>
            <a:custGeom>
              <a:avLst/>
              <a:gdLst/>
              <a:ahLst/>
              <a:cxnLst/>
              <a:rect r="r" b="b" t="t" l="l"/>
              <a:pathLst>
                <a:path h="9525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952500"/>
                  </a:lnTo>
                  <a:lnTo>
                    <a:pt x="0" y="952500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262602" y="3616547"/>
            <a:ext cx="5762625" cy="952500"/>
            <a:chOff x="0" y="0"/>
            <a:chExt cx="5762625" cy="952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2625" cy="952500"/>
            </a:xfrm>
            <a:custGeom>
              <a:avLst/>
              <a:gdLst/>
              <a:ahLst/>
              <a:cxnLst/>
              <a:rect r="r" b="b" t="t" l="l"/>
              <a:pathLst>
                <a:path h="95250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952500"/>
                  </a:lnTo>
                  <a:lnTo>
                    <a:pt x="0" y="952500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44239" y="364236"/>
            <a:ext cx="971550" cy="971550"/>
          </a:xfrm>
          <a:custGeom>
            <a:avLst/>
            <a:gdLst/>
            <a:ahLst/>
            <a:cxnLst/>
            <a:rect r="r" b="b" t="t" l="l"/>
            <a:pathLst>
              <a:path h="971550" w="971550">
                <a:moveTo>
                  <a:pt x="0" y="0"/>
                </a:moveTo>
                <a:lnTo>
                  <a:pt x="971550" y="0"/>
                </a:lnTo>
                <a:lnTo>
                  <a:pt x="97155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50225" y="8773239"/>
            <a:ext cx="971550" cy="971550"/>
          </a:xfrm>
          <a:custGeom>
            <a:avLst/>
            <a:gdLst/>
            <a:ahLst/>
            <a:cxnLst/>
            <a:rect r="r" b="b" t="t" l="l"/>
            <a:pathLst>
              <a:path h="971550" w="971550">
                <a:moveTo>
                  <a:pt x="0" y="0"/>
                </a:moveTo>
                <a:lnTo>
                  <a:pt x="971550" y="0"/>
                </a:lnTo>
                <a:lnTo>
                  <a:pt x="97155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825688" y="606647"/>
            <a:ext cx="9906152" cy="1905000"/>
            <a:chOff x="0" y="0"/>
            <a:chExt cx="9906152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06127" cy="1905000"/>
            </a:xfrm>
            <a:custGeom>
              <a:avLst/>
              <a:gdLst/>
              <a:ahLst/>
              <a:cxnLst/>
              <a:rect r="r" b="b" t="t" l="l"/>
              <a:pathLst>
                <a:path h="1905000" w="9906127">
                  <a:moveTo>
                    <a:pt x="0" y="0"/>
                  </a:moveTo>
                  <a:lnTo>
                    <a:pt x="9906127" y="0"/>
                  </a:lnTo>
                  <a:lnTo>
                    <a:pt x="9906127" y="1905000"/>
                  </a:lnTo>
                  <a:lnTo>
                    <a:pt x="0" y="1905000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262602" y="4002310"/>
            <a:ext cx="5877868" cy="139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75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HANDS-ON DB</a:t>
            </a:r>
          </a:p>
          <a:p>
            <a:pPr algn="ctr">
              <a:lnSpc>
                <a:spcPts val="4998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WHO NEEDS SQLITE WHEN WE CAN PRETEND</a:t>
            </a:r>
          </a:p>
          <a:p>
            <a:pPr algn="ctr">
              <a:lnSpc>
                <a:spcPts val="999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BE IT?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86274" y="5277060"/>
            <a:ext cx="8889673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5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NO MORE BLACK BOX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88463" y="6584890"/>
            <a:ext cx="5626999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BECAUSE EVERYONE LOVES MAKING THEIR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77564" y="6975415"/>
            <a:ext cx="3813258" cy="3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9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OWN TINY DATABASE EMPIRE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2511" y="7389809"/>
            <a:ext cx="6897995" cy="194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5"/>
              </a:lnSpc>
            </a:pPr>
            <a:r>
              <a:rPr lang="en-US" sz="75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MINI BUT MIGHTY</a:t>
            </a:r>
          </a:p>
          <a:p>
            <a:pPr algn="ctr">
              <a:lnSpc>
                <a:spcPts val="4252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MAKING A DATABASE SO</a:t>
            </a:r>
          </a:p>
          <a:p>
            <a:pPr algn="ctr">
              <a:lnSpc>
                <a:spcPts val="1297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SMALL IT FITS OUR BRAINS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5688" y="82772"/>
            <a:ext cx="10104120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</a:pPr>
            <a:r>
              <a:rPr lang="en-US" sz="150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MOTIVATION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16737"/>
            <a:ext cx="6484068" cy="3170263"/>
          </a:xfrm>
          <a:custGeom>
            <a:avLst/>
            <a:gdLst/>
            <a:ahLst/>
            <a:cxnLst/>
            <a:rect r="r" b="b" t="t" l="l"/>
            <a:pathLst>
              <a:path h="3170263" w="6484068">
                <a:moveTo>
                  <a:pt x="0" y="0"/>
                </a:moveTo>
                <a:lnTo>
                  <a:pt x="6484068" y="0"/>
                </a:lnTo>
                <a:lnTo>
                  <a:pt x="6484068" y="3170263"/>
                </a:lnTo>
                <a:lnTo>
                  <a:pt x="0" y="3170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05" t="0" r="0" b="-931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0372182" y="-3102264"/>
            <a:ext cx="1558357" cy="7762875"/>
          </a:xfrm>
          <a:custGeom>
            <a:avLst/>
            <a:gdLst/>
            <a:ahLst/>
            <a:cxnLst/>
            <a:rect r="r" b="b" t="t" l="l"/>
            <a:pathLst>
              <a:path h="7762875" w="1558357">
                <a:moveTo>
                  <a:pt x="0" y="0"/>
                </a:moveTo>
                <a:lnTo>
                  <a:pt x="1558357" y="0"/>
                </a:lnTo>
                <a:lnTo>
                  <a:pt x="1558357" y="7762875"/>
                </a:lnTo>
                <a:lnTo>
                  <a:pt x="0" y="7762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566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25329" y="6611036"/>
            <a:ext cx="504825" cy="504825"/>
            <a:chOff x="0" y="0"/>
            <a:chExt cx="504825" cy="5048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65197" y="632127"/>
            <a:ext cx="7273719" cy="2923194"/>
            <a:chOff x="0" y="0"/>
            <a:chExt cx="7273722" cy="2923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6702298" cy="2796159"/>
            </a:xfrm>
            <a:custGeom>
              <a:avLst/>
              <a:gdLst/>
              <a:ahLst/>
              <a:cxnLst/>
              <a:rect r="r" b="b" t="t" l="l"/>
              <a:pathLst>
                <a:path h="2796159" w="6702298">
                  <a:moveTo>
                    <a:pt x="0" y="2796159"/>
                  </a:moveTo>
                  <a:lnTo>
                    <a:pt x="0" y="1403350"/>
                  </a:lnTo>
                  <a:lnTo>
                    <a:pt x="0" y="0"/>
                  </a:lnTo>
                  <a:lnTo>
                    <a:pt x="3700399" y="0"/>
                  </a:lnTo>
                  <a:lnTo>
                    <a:pt x="3700399" y="1392809"/>
                  </a:lnTo>
                  <a:lnTo>
                    <a:pt x="6702298" y="1392809"/>
                  </a:lnTo>
                  <a:lnTo>
                    <a:pt x="6702298" y="2796159"/>
                  </a:lnTo>
                  <a:lnTo>
                    <a:pt x="0" y="2796159"/>
                  </a:lnTo>
                </a:path>
              </a:pathLst>
            </a:custGeom>
            <a:solidFill>
              <a:srgbClr val="68FD7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705602" y="143764"/>
              <a:ext cx="504696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6">
                  <a:moveTo>
                    <a:pt x="252601" y="142367"/>
                  </a:moveTo>
                  <a:lnTo>
                    <a:pt x="252601" y="158115"/>
                  </a:lnTo>
                  <a:lnTo>
                    <a:pt x="268349" y="158115"/>
                  </a:lnTo>
                  <a:lnTo>
                    <a:pt x="268349" y="185674"/>
                  </a:lnTo>
                  <a:lnTo>
                    <a:pt x="284097" y="185674"/>
                  </a:lnTo>
                  <a:lnTo>
                    <a:pt x="284097" y="201422"/>
                  </a:lnTo>
                  <a:lnTo>
                    <a:pt x="303782" y="201422"/>
                  </a:lnTo>
                  <a:lnTo>
                    <a:pt x="303782" y="221107"/>
                  </a:lnTo>
                  <a:lnTo>
                    <a:pt x="331341" y="221107"/>
                  </a:lnTo>
                  <a:lnTo>
                    <a:pt x="331341" y="236855"/>
                  </a:lnTo>
                  <a:lnTo>
                    <a:pt x="351025" y="236855"/>
                  </a:lnTo>
                  <a:lnTo>
                    <a:pt x="351025" y="252603"/>
                  </a:lnTo>
                  <a:lnTo>
                    <a:pt x="327658" y="252603"/>
                  </a:lnTo>
                  <a:lnTo>
                    <a:pt x="327658" y="268351"/>
                  </a:lnTo>
                  <a:lnTo>
                    <a:pt x="311910" y="268351"/>
                  </a:lnTo>
                  <a:lnTo>
                    <a:pt x="311910" y="288036"/>
                  </a:lnTo>
                  <a:lnTo>
                    <a:pt x="296035" y="288036"/>
                  </a:lnTo>
                  <a:lnTo>
                    <a:pt x="296035" y="299847"/>
                  </a:lnTo>
                  <a:lnTo>
                    <a:pt x="284224" y="299847"/>
                  </a:lnTo>
                  <a:lnTo>
                    <a:pt x="284224" y="315595"/>
                  </a:lnTo>
                  <a:lnTo>
                    <a:pt x="272413" y="315595"/>
                  </a:lnTo>
                  <a:lnTo>
                    <a:pt x="272413" y="331343"/>
                  </a:lnTo>
                  <a:lnTo>
                    <a:pt x="256665" y="331343"/>
                  </a:lnTo>
                  <a:lnTo>
                    <a:pt x="256665" y="351028"/>
                  </a:lnTo>
                  <a:lnTo>
                    <a:pt x="236980" y="351028"/>
                  </a:lnTo>
                  <a:lnTo>
                    <a:pt x="236980" y="331597"/>
                  </a:lnTo>
                  <a:lnTo>
                    <a:pt x="221233" y="331597"/>
                  </a:lnTo>
                  <a:lnTo>
                    <a:pt x="221233" y="304038"/>
                  </a:lnTo>
                  <a:lnTo>
                    <a:pt x="205485" y="304038"/>
                  </a:lnTo>
                  <a:lnTo>
                    <a:pt x="205485" y="288290"/>
                  </a:lnTo>
                  <a:lnTo>
                    <a:pt x="185800" y="288290"/>
                  </a:lnTo>
                  <a:lnTo>
                    <a:pt x="185800" y="268478"/>
                  </a:lnTo>
                  <a:lnTo>
                    <a:pt x="158241" y="268478"/>
                  </a:lnTo>
                  <a:lnTo>
                    <a:pt x="158241" y="252730"/>
                  </a:lnTo>
                  <a:lnTo>
                    <a:pt x="142238" y="252730"/>
                  </a:lnTo>
                  <a:lnTo>
                    <a:pt x="142238" y="236982"/>
                  </a:lnTo>
                  <a:lnTo>
                    <a:pt x="173734" y="236982"/>
                  </a:lnTo>
                  <a:lnTo>
                    <a:pt x="173734" y="221234"/>
                  </a:lnTo>
                  <a:lnTo>
                    <a:pt x="189482" y="221234"/>
                  </a:lnTo>
                  <a:lnTo>
                    <a:pt x="189482" y="205486"/>
                  </a:lnTo>
                  <a:lnTo>
                    <a:pt x="205230" y="205486"/>
                  </a:lnTo>
                  <a:lnTo>
                    <a:pt x="205230" y="189611"/>
                  </a:lnTo>
                  <a:lnTo>
                    <a:pt x="220978" y="189611"/>
                  </a:lnTo>
                  <a:lnTo>
                    <a:pt x="220978" y="173863"/>
                  </a:lnTo>
                  <a:lnTo>
                    <a:pt x="236725" y="173863"/>
                  </a:lnTo>
                  <a:lnTo>
                    <a:pt x="236725" y="142367"/>
                  </a:lnTo>
                  <a:close/>
                  <a:moveTo>
                    <a:pt x="236853" y="0"/>
                  </a:moveTo>
                  <a:lnTo>
                    <a:pt x="236853" y="47371"/>
                  </a:lnTo>
                  <a:lnTo>
                    <a:pt x="220978" y="47371"/>
                  </a:lnTo>
                  <a:lnTo>
                    <a:pt x="220978" y="94742"/>
                  </a:lnTo>
                  <a:lnTo>
                    <a:pt x="205230" y="94742"/>
                  </a:lnTo>
                  <a:lnTo>
                    <a:pt x="205230" y="142113"/>
                  </a:lnTo>
                  <a:lnTo>
                    <a:pt x="189483" y="142113"/>
                  </a:lnTo>
                  <a:lnTo>
                    <a:pt x="189483" y="157861"/>
                  </a:lnTo>
                  <a:lnTo>
                    <a:pt x="173735" y="157861"/>
                  </a:lnTo>
                  <a:lnTo>
                    <a:pt x="173735" y="173736"/>
                  </a:lnTo>
                  <a:lnTo>
                    <a:pt x="157987" y="173736"/>
                  </a:lnTo>
                  <a:lnTo>
                    <a:pt x="157987" y="189484"/>
                  </a:lnTo>
                  <a:lnTo>
                    <a:pt x="126237" y="189484"/>
                  </a:lnTo>
                  <a:lnTo>
                    <a:pt x="126237" y="205232"/>
                  </a:lnTo>
                  <a:lnTo>
                    <a:pt x="94741" y="205232"/>
                  </a:lnTo>
                  <a:lnTo>
                    <a:pt x="94741" y="220980"/>
                  </a:lnTo>
                  <a:lnTo>
                    <a:pt x="47370" y="220980"/>
                  </a:lnTo>
                  <a:lnTo>
                    <a:pt x="47370" y="236728"/>
                  </a:lnTo>
                  <a:lnTo>
                    <a:pt x="0" y="236728"/>
                  </a:lnTo>
                  <a:lnTo>
                    <a:pt x="0" y="252603"/>
                  </a:lnTo>
                  <a:lnTo>
                    <a:pt x="23621" y="252603"/>
                  </a:lnTo>
                  <a:lnTo>
                    <a:pt x="23621" y="268351"/>
                  </a:lnTo>
                  <a:lnTo>
                    <a:pt x="78993" y="268351"/>
                  </a:lnTo>
                  <a:lnTo>
                    <a:pt x="78993" y="284099"/>
                  </a:lnTo>
                  <a:lnTo>
                    <a:pt x="126364" y="284099"/>
                  </a:lnTo>
                  <a:lnTo>
                    <a:pt x="126364" y="299847"/>
                  </a:lnTo>
                  <a:lnTo>
                    <a:pt x="142112" y="299847"/>
                  </a:lnTo>
                  <a:lnTo>
                    <a:pt x="142112" y="315595"/>
                  </a:lnTo>
                  <a:lnTo>
                    <a:pt x="157860" y="315595"/>
                  </a:lnTo>
                  <a:lnTo>
                    <a:pt x="157860" y="331343"/>
                  </a:lnTo>
                  <a:lnTo>
                    <a:pt x="173608" y="331343"/>
                  </a:lnTo>
                  <a:lnTo>
                    <a:pt x="173608" y="347091"/>
                  </a:lnTo>
                  <a:lnTo>
                    <a:pt x="189355" y="347091"/>
                  </a:lnTo>
                  <a:lnTo>
                    <a:pt x="189355" y="362839"/>
                  </a:lnTo>
                  <a:lnTo>
                    <a:pt x="205103" y="362839"/>
                  </a:lnTo>
                  <a:lnTo>
                    <a:pt x="205103" y="394716"/>
                  </a:lnTo>
                  <a:lnTo>
                    <a:pt x="220851" y="394716"/>
                  </a:lnTo>
                  <a:lnTo>
                    <a:pt x="220851" y="442087"/>
                  </a:lnTo>
                  <a:lnTo>
                    <a:pt x="236599" y="442087"/>
                  </a:lnTo>
                  <a:lnTo>
                    <a:pt x="236599" y="504698"/>
                  </a:lnTo>
                  <a:lnTo>
                    <a:pt x="252601" y="504698"/>
                  </a:lnTo>
                  <a:lnTo>
                    <a:pt x="252601" y="473964"/>
                  </a:lnTo>
                  <a:lnTo>
                    <a:pt x="268349" y="473964"/>
                  </a:lnTo>
                  <a:lnTo>
                    <a:pt x="268349" y="426593"/>
                  </a:lnTo>
                  <a:lnTo>
                    <a:pt x="284097" y="426593"/>
                  </a:lnTo>
                  <a:lnTo>
                    <a:pt x="284097" y="379095"/>
                  </a:lnTo>
                  <a:lnTo>
                    <a:pt x="299845" y="379095"/>
                  </a:lnTo>
                  <a:lnTo>
                    <a:pt x="299845" y="347599"/>
                  </a:lnTo>
                  <a:lnTo>
                    <a:pt x="315593" y="347599"/>
                  </a:lnTo>
                  <a:lnTo>
                    <a:pt x="315593" y="331851"/>
                  </a:lnTo>
                  <a:lnTo>
                    <a:pt x="331341" y="331851"/>
                  </a:lnTo>
                  <a:lnTo>
                    <a:pt x="331341" y="316103"/>
                  </a:lnTo>
                  <a:lnTo>
                    <a:pt x="347088" y="316103"/>
                  </a:lnTo>
                  <a:lnTo>
                    <a:pt x="347088" y="300228"/>
                  </a:lnTo>
                  <a:lnTo>
                    <a:pt x="378838" y="300228"/>
                  </a:lnTo>
                  <a:lnTo>
                    <a:pt x="378838" y="284480"/>
                  </a:lnTo>
                  <a:lnTo>
                    <a:pt x="426209" y="284480"/>
                  </a:lnTo>
                  <a:lnTo>
                    <a:pt x="426209" y="268732"/>
                  </a:lnTo>
                  <a:lnTo>
                    <a:pt x="469898" y="268732"/>
                  </a:lnTo>
                  <a:lnTo>
                    <a:pt x="469898" y="252730"/>
                  </a:lnTo>
                  <a:lnTo>
                    <a:pt x="504696" y="252730"/>
                  </a:lnTo>
                  <a:lnTo>
                    <a:pt x="504696" y="236982"/>
                  </a:lnTo>
                  <a:lnTo>
                    <a:pt x="442212" y="236982"/>
                  </a:lnTo>
                  <a:lnTo>
                    <a:pt x="442212" y="221234"/>
                  </a:lnTo>
                  <a:lnTo>
                    <a:pt x="394841" y="221234"/>
                  </a:lnTo>
                  <a:lnTo>
                    <a:pt x="394841" y="205486"/>
                  </a:lnTo>
                  <a:lnTo>
                    <a:pt x="363218" y="205486"/>
                  </a:lnTo>
                  <a:lnTo>
                    <a:pt x="363218" y="189611"/>
                  </a:lnTo>
                  <a:lnTo>
                    <a:pt x="347470" y="189611"/>
                  </a:lnTo>
                  <a:lnTo>
                    <a:pt x="347470" y="173863"/>
                  </a:lnTo>
                  <a:lnTo>
                    <a:pt x="331722" y="173863"/>
                  </a:lnTo>
                  <a:lnTo>
                    <a:pt x="331722" y="158115"/>
                  </a:lnTo>
                  <a:lnTo>
                    <a:pt x="315974" y="158115"/>
                  </a:lnTo>
                  <a:lnTo>
                    <a:pt x="315974" y="142367"/>
                  </a:lnTo>
                  <a:lnTo>
                    <a:pt x="300226" y="142367"/>
                  </a:lnTo>
                  <a:lnTo>
                    <a:pt x="300226" y="126365"/>
                  </a:lnTo>
                  <a:lnTo>
                    <a:pt x="284478" y="126365"/>
                  </a:lnTo>
                  <a:lnTo>
                    <a:pt x="284478" y="78994"/>
                  </a:lnTo>
                  <a:lnTo>
                    <a:pt x="268730" y="78994"/>
                  </a:lnTo>
                  <a:lnTo>
                    <a:pt x="268730" y="19685"/>
                  </a:lnTo>
                  <a:lnTo>
                    <a:pt x="252728" y="19685"/>
                  </a:lnTo>
                  <a:lnTo>
                    <a:pt x="252728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937991" y="7568565"/>
            <a:ext cx="4297718" cy="454152"/>
            <a:chOff x="0" y="0"/>
            <a:chExt cx="4297718" cy="4541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97680" cy="454152"/>
            </a:xfrm>
            <a:custGeom>
              <a:avLst/>
              <a:gdLst/>
              <a:ahLst/>
              <a:cxnLst/>
              <a:rect r="r" b="b" t="t" l="l"/>
              <a:pathLst>
                <a:path h="45415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958241" y="5626922"/>
            <a:ext cx="3242377" cy="454152"/>
            <a:chOff x="0" y="0"/>
            <a:chExt cx="3242374" cy="4541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2437" cy="454152"/>
            </a:xfrm>
            <a:custGeom>
              <a:avLst/>
              <a:gdLst/>
              <a:ahLst/>
              <a:cxnLst/>
              <a:rect r="r" b="b" t="t" l="l"/>
              <a:pathLst>
                <a:path h="454152" w="3242437">
                  <a:moveTo>
                    <a:pt x="0" y="0"/>
                  </a:moveTo>
                  <a:lnTo>
                    <a:pt x="3242437" y="0"/>
                  </a:lnTo>
                  <a:lnTo>
                    <a:pt x="3242437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6961670" y="3947303"/>
            <a:ext cx="5041411" cy="454152"/>
            <a:chOff x="0" y="0"/>
            <a:chExt cx="5041405" cy="4541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41392" cy="454152"/>
            </a:xfrm>
            <a:custGeom>
              <a:avLst/>
              <a:gdLst/>
              <a:ahLst/>
              <a:cxnLst/>
              <a:rect r="r" b="b" t="t" l="l"/>
              <a:pathLst>
                <a:path h="454152" w="5041392">
                  <a:moveTo>
                    <a:pt x="0" y="0"/>
                  </a:moveTo>
                  <a:lnTo>
                    <a:pt x="5041392" y="0"/>
                  </a:lnTo>
                  <a:lnTo>
                    <a:pt x="5041392" y="454152"/>
                  </a:lnTo>
                  <a:lnTo>
                    <a:pt x="0" y="454152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766000" y="9733540"/>
            <a:ext cx="504825" cy="504825"/>
            <a:chOff x="0" y="0"/>
            <a:chExt cx="504825" cy="504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1386720">
            <a:off x="15863926" y="5952287"/>
            <a:ext cx="3054077" cy="5092589"/>
            <a:chOff x="0" y="0"/>
            <a:chExt cx="4072103" cy="67901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72128" cy="6790055"/>
            </a:xfrm>
            <a:custGeom>
              <a:avLst/>
              <a:gdLst/>
              <a:ahLst/>
              <a:cxnLst/>
              <a:rect r="r" b="b" t="t" l="l"/>
              <a:pathLst>
                <a:path h="6790055" w="4072128">
                  <a:moveTo>
                    <a:pt x="0" y="43561"/>
                  </a:moveTo>
                  <a:lnTo>
                    <a:pt x="155829" y="6790055"/>
                  </a:lnTo>
                  <a:lnTo>
                    <a:pt x="4072128" y="5118735"/>
                  </a:lnTo>
                  <a:lnTo>
                    <a:pt x="1887601" y="0"/>
                  </a:lnTo>
                  <a:lnTo>
                    <a:pt x="0" y="43561"/>
                  </a:lnTo>
                  <a:close/>
                </a:path>
              </a:pathLst>
            </a:custGeom>
            <a:blipFill>
              <a:blip r:embed="rId3"/>
              <a:stretch>
                <a:fillRect l="0" t="-1306" r="-46489" b="-53037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-1113900">
            <a:off x="16449123" y="786260"/>
            <a:ext cx="942975" cy="990600"/>
            <a:chOff x="0" y="0"/>
            <a:chExt cx="1257300" cy="132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257300">
                  <a:moveTo>
                    <a:pt x="1257300" y="0"/>
                  </a:moveTo>
                  <a:lnTo>
                    <a:pt x="330073" y="0"/>
                  </a:lnTo>
                  <a:lnTo>
                    <a:pt x="0" y="0"/>
                  </a:lnTo>
                  <a:lnTo>
                    <a:pt x="0" y="1320800"/>
                  </a:lnTo>
                  <a:lnTo>
                    <a:pt x="1257300" y="1320800"/>
                  </a:lnTo>
                  <a:lnTo>
                    <a:pt x="125730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425329" y="6611036"/>
            <a:ext cx="505692" cy="505692"/>
            <a:chOff x="0" y="0"/>
            <a:chExt cx="505689" cy="5056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7670597" y="775849"/>
            <a:ext cx="505692" cy="505692"/>
            <a:chOff x="0" y="0"/>
            <a:chExt cx="505689" cy="5056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8766000" y="9733540"/>
            <a:ext cx="505692" cy="505692"/>
            <a:chOff x="0" y="0"/>
            <a:chExt cx="505689" cy="5056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28700" y="724529"/>
            <a:ext cx="6836283" cy="300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72"/>
              </a:lnSpc>
            </a:pPr>
            <a:r>
              <a:rPr lang="en-US" sz="10994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CORE FEATURES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84146" y="3545729"/>
            <a:ext cx="9715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37870" y="5539673"/>
            <a:ext cx="314470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  <a:hlinkClick r:id="rId5" action="ppaction://hlinksldjump"/>
              </a:rPr>
              <a:t>SQL OPERATIONS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17620" y="7481316"/>
            <a:ext cx="422118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  <a:hlinkClick r:id="rId5" action="ppaction://hlinksldjump"/>
              </a:rPr>
              <a:t>INTERACTIVE CONSOLE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34822" y="3860054"/>
            <a:ext cx="497977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CUSTOMDATABASE ENGINE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34822" y="4598556"/>
            <a:ext cx="3798332" cy="82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LightweightSQL database built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from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scratch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31819" y="8209388"/>
            <a:ext cx="3941569" cy="123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Users interact with the database via a simple, text- based interface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30952" y="6200223"/>
            <a:ext cx="4822698" cy="123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Supports CREATE, INSERT, SELECT, UPDATE, and DELETE commands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813" y="-126711"/>
            <a:ext cx="18659475" cy="10544175"/>
          </a:xfrm>
          <a:custGeom>
            <a:avLst/>
            <a:gdLst/>
            <a:ahLst/>
            <a:cxnLst/>
            <a:rect r="r" b="b" t="t" l="l"/>
            <a:pathLst>
              <a:path h="10544175" w="18659475">
                <a:moveTo>
                  <a:pt x="0" y="0"/>
                </a:moveTo>
                <a:lnTo>
                  <a:pt x="18659475" y="0"/>
                </a:lnTo>
                <a:lnTo>
                  <a:pt x="18659475" y="10544175"/>
                </a:lnTo>
                <a:lnTo>
                  <a:pt x="0" y="10544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88908" y="-3229727"/>
            <a:ext cx="8660778" cy="5762463"/>
          </a:xfrm>
          <a:custGeom>
            <a:avLst/>
            <a:gdLst/>
            <a:ahLst/>
            <a:cxnLst/>
            <a:rect r="r" b="b" t="t" l="l"/>
            <a:pathLst>
              <a:path h="5762463" w="8660778">
                <a:moveTo>
                  <a:pt x="0" y="0"/>
                </a:moveTo>
                <a:lnTo>
                  <a:pt x="8660778" y="0"/>
                </a:lnTo>
                <a:lnTo>
                  <a:pt x="8660778" y="5762463"/>
                </a:lnTo>
                <a:lnTo>
                  <a:pt x="0" y="5762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247439">
            <a:off x="-178575" y="5805735"/>
            <a:ext cx="6987473" cy="4714189"/>
            <a:chOff x="0" y="0"/>
            <a:chExt cx="9316631" cy="62855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16593" cy="6285611"/>
            </a:xfrm>
            <a:custGeom>
              <a:avLst/>
              <a:gdLst/>
              <a:ahLst/>
              <a:cxnLst/>
              <a:rect r="r" b="b" t="t" l="l"/>
              <a:pathLst>
                <a:path h="6285611" w="9316593">
                  <a:moveTo>
                    <a:pt x="0" y="0"/>
                  </a:moveTo>
                  <a:lnTo>
                    <a:pt x="453263" y="6285611"/>
                  </a:lnTo>
                  <a:lnTo>
                    <a:pt x="9288145" y="5648579"/>
                  </a:lnTo>
                  <a:lnTo>
                    <a:pt x="9316593" y="47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388" t="-255" r="0" b="-54713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75849" y="6606521"/>
            <a:ext cx="504825" cy="504825"/>
            <a:chOff x="0" y="0"/>
            <a:chExt cx="504825" cy="504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899897" y="1370324"/>
            <a:ext cx="9745932" cy="1522800"/>
            <a:chOff x="0" y="0"/>
            <a:chExt cx="9745929" cy="15228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45980" cy="1522857"/>
            </a:xfrm>
            <a:custGeom>
              <a:avLst/>
              <a:gdLst/>
              <a:ahLst/>
              <a:cxnLst/>
              <a:rect r="r" b="b" t="t" l="l"/>
              <a:pathLst>
                <a:path h="1522857" w="9745980">
                  <a:moveTo>
                    <a:pt x="0" y="0"/>
                  </a:moveTo>
                  <a:lnTo>
                    <a:pt x="9745980" y="0"/>
                  </a:lnTo>
                  <a:lnTo>
                    <a:pt x="9745980" y="1522857"/>
                  </a:lnTo>
                  <a:lnTo>
                    <a:pt x="0" y="1522857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962679" y="4733696"/>
            <a:ext cx="5520480" cy="571500"/>
            <a:chOff x="0" y="0"/>
            <a:chExt cx="5520487" cy="57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20436" cy="571500"/>
            </a:xfrm>
            <a:custGeom>
              <a:avLst/>
              <a:gdLst/>
              <a:ahLst/>
              <a:cxnLst/>
              <a:rect r="r" b="b" t="t" l="l"/>
              <a:pathLst>
                <a:path h="571500" w="5520436">
                  <a:moveTo>
                    <a:pt x="0" y="0"/>
                  </a:moveTo>
                  <a:lnTo>
                    <a:pt x="5520436" y="0"/>
                  </a:lnTo>
                  <a:lnTo>
                    <a:pt x="5520436" y="571500"/>
                  </a:lnTo>
                  <a:lnTo>
                    <a:pt x="0" y="571500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172171" y="2120960"/>
            <a:ext cx="504825" cy="504825"/>
            <a:chOff x="0" y="0"/>
            <a:chExt cx="504825" cy="504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677863" y="4686300"/>
            <a:ext cx="3610137" cy="5600700"/>
          </a:xfrm>
          <a:custGeom>
            <a:avLst/>
            <a:gdLst/>
            <a:ahLst/>
            <a:cxnLst/>
            <a:rect r="r" b="b" t="t" l="l"/>
            <a:pathLst>
              <a:path h="5600700" w="3610137">
                <a:moveTo>
                  <a:pt x="0" y="0"/>
                </a:moveTo>
                <a:lnTo>
                  <a:pt x="3610137" y="0"/>
                </a:lnTo>
                <a:lnTo>
                  <a:pt x="3610137" y="5600700"/>
                </a:lnTo>
                <a:lnTo>
                  <a:pt x="0" y="560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6353" b="-5272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75849" y="6606521"/>
            <a:ext cx="505692" cy="505692"/>
            <a:chOff x="0" y="0"/>
            <a:chExt cx="505689" cy="505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5962679" y="4733696"/>
            <a:ext cx="1024538" cy="571500"/>
            <a:chOff x="0" y="0"/>
            <a:chExt cx="1024534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509" cy="571500"/>
            </a:xfrm>
            <a:custGeom>
              <a:avLst/>
              <a:gdLst/>
              <a:ahLst/>
              <a:cxnLst/>
              <a:rect r="r" b="b" t="t" l="l"/>
              <a:pathLst>
                <a:path h="571500" w="1024509">
                  <a:moveTo>
                    <a:pt x="0" y="0"/>
                  </a:moveTo>
                  <a:lnTo>
                    <a:pt x="1024509" y="0"/>
                  </a:lnTo>
                  <a:lnTo>
                    <a:pt x="1024509" y="571500"/>
                  </a:lnTo>
                  <a:lnTo>
                    <a:pt x="0" y="571500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709422" y="-63503"/>
            <a:ext cx="8811120" cy="2753658"/>
            <a:chOff x="0" y="0"/>
            <a:chExt cx="8811120" cy="27536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8684133" cy="2529967"/>
            </a:xfrm>
            <a:custGeom>
              <a:avLst/>
              <a:gdLst/>
              <a:ahLst/>
              <a:cxnLst/>
              <a:rect r="r" b="b" t="t" l="l"/>
              <a:pathLst>
                <a:path h="2529967" w="8684133">
                  <a:moveTo>
                    <a:pt x="0" y="0"/>
                  </a:moveTo>
                  <a:lnTo>
                    <a:pt x="0" y="2529967"/>
                  </a:lnTo>
                  <a:lnTo>
                    <a:pt x="8684133" y="2529967"/>
                  </a:lnTo>
                  <a:lnTo>
                    <a:pt x="868413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462778" y="218440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168352" y="5806126"/>
            <a:ext cx="5313283" cy="130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24242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ANYONE DARING ENOUGH TO UNDERSTAND DATABASE INTERNALS, ONE CLI COMMAND AT A TIME.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99897" y="941670"/>
            <a:ext cx="9940842" cy="453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86"/>
              </a:lnSpc>
            </a:pPr>
            <a:r>
              <a:rPr lang="en-US" sz="1199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APPLICATIONS</a:t>
            </a:r>
          </a:p>
          <a:p>
            <a:pPr algn="ctr">
              <a:lnSpc>
                <a:spcPts val="6274"/>
              </a:lnSpc>
            </a:pPr>
            <a:r>
              <a:rPr lang="en-US" sz="448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AaKkAa WHO WILL USE IT?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144000" y="0"/>
            <a:ext cx="9144000" cy="10287000"/>
            <a:chOff x="0" y="0"/>
            <a:chExt cx="9144000" cy="1028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9144000">
                  <a:moveTo>
                    <a:pt x="0" y="0"/>
                  </a:moveTo>
                  <a:lnTo>
                    <a:pt x="0" y="10287000"/>
                  </a:lnTo>
                  <a:lnTo>
                    <a:pt x="9144000" y="10287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3312720">
            <a:off x="11810257" y="-1424168"/>
            <a:ext cx="7833350" cy="6011180"/>
            <a:chOff x="0" y="0"/>
            <a:chExt cx="10444467" cy="801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4480" cy="8014970"/>
            </a:xfrm>
            <a:custGeom>
              <a:avLst/>
              <a:gdLst/>
              <a:ahLst/>
              <a:cxnLst/>
              <a:rect r="r" b="b" t="t" l="l"/>
              <a:pathLst>
                <a:path h="8014970" w="10444480">
                  <a:moveTo>
                    <a:pt x="0" y="7828788"/>
                  </a:moveTo>
                  <a:lnTo>
                    <a:pt x="10362946" y="8014970"/>
                  </a:lnTo>
                  <a:lnTo>
                    <a:pt x="10444480" y="3477514"/>
                  </a:lnTo>
                  <a:lnTo>
                    <a:pt x="5438775" y="0"/>
                  </a:lnTo>
                  <a:close/>
                </a:path>
              </a:pathLst>
            </a:custGeom>
            <a:blipFill>
              <a:blip r:embed="rId2"/>
              <a:stretch>
                <a:fillRect l="-19924" t="-39670" r="-1105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77446" y="8634813"/>
            <a:ext cx="504825" cy="504825"/>
            <a:chOff x="0" y="0"/>
            <a:chExt cx="504825" cy="504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772617" y="297494"/>
            <a:ext cx="381000" cy="381000"/>
            <a:chOff x="0" y="0"/>
            <a:chExt cx="381000" cy="38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2659" y="108458"/>
                  </a:moveTo>
                  <a:lnTo>
                    <a:pt x="192659" y="120523"/>
                  </a:lnTo>
                  <a:lnTo>
                    <a:pt x="204724" y="120523"/>
                  </a:lnTo>
                  <a:lnTo>
                    <a:pt x="204724" y="141605"/>
                  </a:lnTo>
                  <a:lnTo>
                    <a:pt x="216789" y="141605"/>
                  </a:lnTo>
                  <a:lnTo>
                    <a:pt x="216789" y="153670"/>
                  </a:lnTo>
                  <a:lnTo>
                    <a:pt x="231775" y="153670"/>
                  </a:lnTo>
                  <a:lnTo>
                    <a:pt x="231775" y="168656"/>
                  </a:lnTo>
                  <a:lnTo>
                    <a:pt x="252730" y="168656"/>
                  </a:lnTo>
                  <a:lnTo>
                    <a:pt x="252730" y="180721"/>
                  </a:lnTo>
                  <a:lnTo>
                    <a:pt x="267716" y="180721"/>
                  </a:lnTo>
                  <a:lnTo>
                    <a:pt x="267716" y="192786"/>
                  </a:lnTo>
                  <a:lnTo>
                    <a:pt x="249936" y="192786"/>
                  </a:lnTo>
                  <a:lnTo>
                    <a:pt x="249936" y="204851"/>
                  </a:lnTo>
                  <a:lnTo>
                    <a:pt x="237871" y="204851"/>
                  </a:lnTo>
                  <a:lnTo>
                    <a:pt x="237871" y="219710"/>
                  </a:lnTo>
                  <a:lnTo>
                    <a:pt x="225806" y="219710"/>
                  </a:lnTo>
                  <a:lnTo>
                    <a:pt x="225806" y="228727"/>
                  </a:lnTo>
                  <a:lnTo>
                    <a:pt x="216789" y="228727"/>
                  </a:lnTo>
                  <a:lnTo>
                    <a:pt x="216789" y="240792"/>
                  </a:lnTo>
                  <a:lnTo>
                    <a:pt x="207772" y="240792"/>
                  </a:lnTo>
                  <a:lnTo>
                    <a:pt x="207772" y="252857"/>
                  </a:lnTo>
                  <a:lnTo>
                    <a:pt x="195707" y="252857"/>
                  </a:lnTo>
                  <a:lnTo>
                    <a:pt x="195707" y="267843"/>
                  </a:lnTo>
                  <a:lnTo>
                    <a:pt x="180721" y="267843"/>
                  </a:lnTo>
                  <a:lnTo>
                    <a:pt x="180721" y="252730"/>
                  </a:lnTo>
                  <a:lnTo>
                    <a:pt x="168656" y="252730"/>
                  </a:lnTo>
                  <a:lnTo>
                    <a:pt x="168656" y="231775"/>
                  </a:lnTo>
                  <a:lnTo>
                    <a:pt x="156591" y="231775"/>
                  </a:lnTo>
                  <a:lnTo>
                    <a:pt x="156591" y="219710"/>
                  </a:lnTo>
                  <a:lnTo>
                    <a:pt x="141605" y="219710"/>
                  </a:lnTo>
                  <a:lnTo>
                    <a:pt x="141605" y="204724"/>
                  </a:lnTo>
                  <a:lnTo>
                    <a:pt x="120650" y="204724"/>
                  </a:lnTo>
                  <a:lnTo>
                    <a:pt x="120650" y="192659"/>
                  </a:lnTo>
                  <a:lnTo>
                    <a:pt x="108585" y="192659"/>
                  </a:lnTo>
                  <a:lnTo>
                    <a:pt x="108585" y="180594"/>
                  </a:lnTo>
                  <a:lnTo>
                    <a:pt x="132588" y="180594"/>
                  </a:lnTo>
                  <a:lnTo>
                    <a:pt x="132588" y="168529"/>
                  </a:lnTo>
                  <a:lnTo>
                    <a:pt x="144653" y="168529"/>
                  </a:lnTo>
                  <a:lnTo>
                    <a:pt x="144653" y="156464"/>
                  </a:lnTo>
                  <a:lnTo>
                    <a:pt x="156718" y="156464"/>
                  </a:lnTo>
                  <a:lnTo>
                    <a:pt x="156718" y="144399"/>
                  </a:lnTo>
                  <a:lnTo>
                    <a:pt x="168783" y="144399"/>
                  </a:lnTo>
                  <a:lnTo>
                    <a:pt x="168783" y="132334"/>
                  </a:lnTo>
                  <a:lnTo>
                    <a:pt x="180848" y="132334"/>
                  </a:lnTo>
                  <a:lnTo>
                    <a:pt x="180848" y="108458"/>
                  </a:lnTo>
                  <a:close/>
                  <a:moveTo>
                    <a:pt x="180594" y="0"/>
                  </a:moveTo>
                  <a:lnTo>
                    <a:pt x="180594" y="36195"/>
                  </a:lnTo>
                  <a:lnTo>
                    <a:pt x="168529" y="36195"/>
                  </a:lnTo>
                  <a:lnTo>
                    <a:pt x="168529" y="72263"/>
                  </a:lnTo>
                  <a:lnTo>
                    <a:pt x="156464" y="72263"/>
                  </a:lnTo>
                  <a:lnTo>
                    <a:pt x="156464" y="108458"/>
                  </a:lnTo>
                  <a:lnTo>
                    <a:pt x="144399" y="108458"/>
                  </a:lnTo>
                  <a:lnTo>
                    <a:pt x="144399" y="120523"/>
                  </a:lnTo>
                  <a:lnTo>
                    <a:pt x="132334" y="120523"/>
                  </a:lnTo>
                  <a:lnTo>
                    <a:pt x="132334" y="132588"/>
                  </a:lnTo>
                  <a:lnTo>
                    <a:pt x="120523" y="132588"/>
                  </a:lnTo>
                  <a:lnTo>
                    <a:pt x="120523" y="144653"/>
                  </a:lnTo>
                  <a:lnTo>
                    <a:pt x="96266" y="144653"/>
                  </a:lnTo>
                  <a:lnTo>
                    <a:pt x="96266" y="156718"/>
                  </a:lnTo>
                  <a:lnTo>
                    <a:pt x="72263" y="156718"/>
                  </a:lnTo>
                  <a:lnTo>
                    <a:pt x="72263" y="168783"/>
                  </a:lnTo>
                  <a:lnTo>
                    <a:pt x="36195" y="168783"/>
                  </a:lnTo>
                  <a:lnTo>
                    <a:pt x="36195" y="180848"/>
                  </a:lnTo>
                  <a:lnTo>
                    <a:pt x="0" y="180848"/>
                  </a:lnTo>
                  <a:lnTo>
                    <a:pt x="0" y="192913"/>
                  </a:lnTo>
                  <a:lnTo>
                    <a:pt x="18034" y="192913"/>
                  </a:lnTo>
                  <a:lnTo>
                    <a:pt x="18034" y="204978"/>
                  </a:lnTo>
                  <a:lnTo>
                    <a:pt x="60198" y="204978"/>
                  </a:lnTo>
                  <a:lnTo>
                    <a:pt x="60198" y="217043"/>
                  </a:lnTo>
                  <a:lnTo>
                    <a:pt x="96266" y="217043"/>
                  </a:lnTo>
                  <a:lnTo>
                    <a:pt x="96266" y="229108"/>
                  </a:lnTo>
                  <a:lnTo>
                    <a:pt x="108331" y="229108"/>
                  </a:lnTo>
                  <a:lnTo>
                    <a:pt x="108331" y="241173"/>
                  </a:lnTo>
                  <a:lnTo>
                    <a:pt x="120396" y="241173"/>
                  </a:lnTo>
                  <a:lnTo>
                    <a:pt x="120396" y="253238"/>
                  </a:lnTo>
                  <a:lnTo>
                    <a:pt x="132461" y="253238"/>
                  </a:lnTo>
                  <a:lnTo>
                    <a:pt x="132461" y="265303"/>
                  </a:lnTo>
                  <a:lnTo>
                    <a:pt x="144526" y="265303"/>
                  </a:lnTo>
                  <a:lnTo>
                    <a:pt x="144526" y="277368"/>
                  </a:lnTo>
                  <a:lnTo>
                    <a:pt x="156591" y="277368"/>
                  </a:lnTo>
                  <a:lnTo>
                    <a:pt x="156591" y="301371"/>
                  </a:lnTo>
                  <a:lnTo>
                    <a:pt x="168656" y="301371"/>
                  </a:lnTo>
                  <a:lnTo>
                    <a:pt x="168656" y="337566"/>
                  </a:lnTo>
                  <a:lnTo>
                    <a:pt x="180721" y="337566"/>
                  </a:lnTo>
                  <a:lnTo>
                    <a:pt x="180721" y="381000"/>
                  </a:lnTo>
                  <a:lnTo>
                    <a:pt x="192913" y="381000"/>
                  </a:lnTo>
                  <a:lnTo>
                    <a:pt x="192913" y="361315"/>
                  </a:lnTo>
                  <a:lnTo>
                    <a:pt x="204978" y="361315"/>
                  </a:lnTo>
                  <a:lnTo>
                    <a:pt x="204978" y="325120"/>
                  </a:lnTo>
                  <a:lnTo>
                    <a:pt x="217043" y="325120"/>
                  </a:lnTo>
                  <a:lnTo>
                    <a:pt x="217043" y="288925"/>
                  </a:lnTo>
                  <a:lnTo>
                    <a:pt x="229108" y="288925"/>
                  </a:lnTo>
                  <a:lnTo>
                    <a:pt x="229108" y="264922"/>
                  </a:lnTo>
                  <a:lnTo>
                    <a:pt x="241173" y="264922"/>
                  </a:lnTo>
                  <a:lnTo>
                    <a:pt x="241173" y="252857"/>
                  </a:lnTo>
                  <a:lnTo>
                    <a:pt x="253238" y="252857"/>
                  </a:lnTo>
                  <a:lnTo>
                    <a:pt x="253238" y="240792"/>
                  </a:lnTo>
                  <a:lnTo>
                    <a:pt x="265303" y="240792"/>
                  </a:lnTo>
                  <a:lnTo>
                    <a:pt x="265303" y="228727"/>
                  </a:lnTo>
                  <a:lnTo>
                    <a:pt x="289560" y="228727"/>
                  </a:lnTo>
                  <a:lnTo>
                    <a:pt x="289560" y="216662"/>
                  </a:lnTo>
                  <a:lnTo>
                    <a:pt x="325120" y="216662"/>
                  </a:lnTo>
                  <a:lnTo>
                    <a:pt x="325120" y="204597"/>
                  </a:lnTo>
                  <a:lnTo>
                    <a:pt x="358267" y="204597"/>
                  </a:lnTo>
                  <a:lnTo>
                    <a:pt x="358267" y="192405"/>
                  </a:lnTo>
                  <a:lnTo>
                    <a:pt x="381000" y="192405"/>
                  </a:lnTo>
                  <a:lnTo>
                    <a:pt x="381000" y="180340"/>
                  </a:lnTo>
                  <a:lnTo>
                    <a:pt x="337185" y="180340"/>
                  </a:lnTo>
                  <a:lnTo>
                    <a:pt x="337185" y="168275"/>
                  </a:lnTo>
                  <a:lnTo>
                    <a:pt x="300990" y="168275"/>
                  </a:lnTo>
                  <a:lnTo>
                    <a:pt x="300990" y="156210"/>
                  </a:lnTo>
                  <a:lnTo>
                    <a:pt x="276987" y="156210"/>
                  </a:lnTo>
                  <a:lnTo>
                    <a:pt x="276987" y="144145"/>
                  </a:lnTo>
                  <a:lnTo>
                    <a:pt x="264922" y="144145"/>
                  </a:lnTo>
                  <a:lnTo>
                    <a:pt x="264922" y="132080"/>
                  </a:lnTo>
                  <a:lnTo>
                    <a:pt x="252857" y="132080"/>
                  </a:lnTo>
                  <a:lnTo>
                    <a:pt x="252857" y="120523"/>
                  </a:lnTo>
                  <a:lnTo>
                    <a:pt x="240792" y="120523"/>
                  </a:lnTo>
                  <a:lnTo>
                    <a:pt x="240792" y="108458"/>
                  </a:lnTo>
                  <a:lnTo>
                    <a:pt x="228727" y="108458"/>
                  </a:lnTo>
                  <a:lnTo>
                    <a:pt x="228727" y="96266"/>
                  </a:lnTo>
                  <a:lnTo>
                    <a:pt x="216662" y="96266"/>
                  </a:lnTo>
                  <a:lnTo>
                    <a:pt x="216662" y="60198"/>
                  </a:lnTo>
                  <a:lnTo>
                    <a:pt x="204597" y="60198"/>
                  </a:lnTo>
                  <a:lnTo>
                    <a:pt x="204597" y="14986"/>
                  </a:lnTo>
                  <a:lnTo>
                    <a:pt x="192405" y="14986"/>
                  </a:lnTo>
                  <a:lnTo>
                    <a:pt x="192405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748962" y="1494177"/>
            <a:ext cx="6032430" cy="6032430"/>
            <a:chOff x="0" y="0"/>
            <a:chExt cx="6032424" cy="60324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016250" y="63500"/>
              <a:ext cx="2808096" cy="2952750"/>
            </a:xfrm>
            <a:custGeom>
              <a:avLst/>
              <a:gdLst/>
              <a:ahLst/>
              <a:cxnLst/>
              <a:rect r="r" b="b" t="t" l="l"/>
              <a:pathLst>
                <a:path h="2952750" w="2808096">
                  <a:moveTo>
                    <a:pt x="0" y="0"/>
                  </a:moveTo>
                  <a:cubicBezTo>
                    <a:pt x="38608" y="0"/>
                    <a:pt x="77343" y="762"/>
                    <a:pt x="115951" y="2286"/>
                  </a:cubicBezTo>
                  <a:cubicBezTo>
                    <a:pt x="154559" y="3810"/>
                    <a:pt x="193167" y="6096"/>
                    <a:pt x="231648" y="9144"/>
                  </a:cubicBezTo>
                  <a:cubicBezTo>
                    <a:pt x="270129" y="12192"/>
                    <a:pt x="308610" y="16002"/>
                    <a:pt x="347091" y="20447"/>
                  </a:cubicBezTo>
                  <a:cubicBezTo>
                    <a:pt x="385572" y="24892"/>
                    <a:pt x="423799" y="30226"/>
                    <a:pt x="461899" y="36322"/>
                  </a:cubicBezTo>
                  <a:cubicBezTo>
                    <a:pt x="499999" y="42418"/>
                    <a:pt x="538099" y="49149"/>
                    <a:pt x="576072" y="56642"/>
                  </a:cubicBezTo>
                  <a:cubicBezTo>
                    <a:pt x="614045" y="64135"/>
                    <a:pt x="651764" y="72517"/>
                    <a:pt x="689356" y="81534"/>
                  </a:cubicBezTo>
                  <a:cubicBezTo>
                    <a:pt x="726949" y="90551"/>
                    <a:pt x="764286" y="100330"/>
                    <a:pt x="801497" y="110871"/>
                  </a:cubicBezTo>
                  <a:cubicBezTo>
                    <a:pt x="838708" y="121412"/>
                    <a:pt x="875665" y="132588"/>
                    <a:pt x="912495" y="144526"/>
                  </a:cubicBezTo>
                  <a:cubicBezTo>
                    <a:pt x="949325" y="156464"/>
                    <a:pt x="985774" y="169164"/>
                    <a:pt x="1022096" y="182499"/>
                  </a:cubicBezTo>
                  <a:cubicBezTo>
                    <a:pt x="1058418" y="195834"/>
                    <a:pt x="1094359" y="209931"/>
                    <a:pt x="1130046" y="224790"/>
                  </a:cubicBezTo>
                  <a:cubicBezTo>
                    <a:pt x="1165733" y="239649"/>
                    <a:pt x="1201166" y="255016"/>
                    <a:pt x="1236218" y="271272"/>
                  </a:cubicBezTo>
                  <a:cubicBezTo>
                    <a:pt x="1271270" y="287528"/>
                    <a:pt x="1306068" y="304292"/>
                    <a:pt x="1340485" y="321818"/>
                  </a:cubicBezTo>
                  <a:cubicBezTo>
                    <a:pt x="1374902" y="339344"/>
                    <a:pt x="1409065" y="357632"/>
                    <a:pt x="1442720" y="376428"/>
                  </a:cubicBezTo>
                  <a:cubicBezTo>
                    <a:pt x="1476375" y="395224"/>
                    <a:pt x="1509776" y="414909"/>
                    <a:pt x="1542796" y="435102"/>
                  </a:cubicBezTo>
                  <a:cubicBezTo>
                    <a:pt x="1575816" y="455295"/>
                    <a:pt x="1608328" y="476123"/>
                    <a:pt x="1640459" y="497586"/>
                  </a:cubicBezTo>
                  <a:cubicBezTo>
                    <a:pt x="1672590" y="519049"/>
                    <a:pt x="1704340" y="541147"/>
                    <a:pt x="1735582" y="563880"/>
                  </a:cubicBezTo>
                  <a:cubicBezTo>
                    <a:pt x="1766824" y="586613"/>
                    <a:pt x="1797685" y="609981"/>
                    <a:pt x="1828038" y="633857"/>
                  </a:cubicBezTo>
                  <a:cubicBezTo>
                    <a:pt x="1858390" y="657733"/>
                    <a:pt x="1888236" y="682244"/>
                    <a:pt x="1917700" y="707390"/>
                  </a:cubicBezTo>
                  <a:cubicBezTo>
                    <a:pt x="1947164" y="732536"/>
                    <a:pt x="1975993" y="758190"/>
                    <a:pt x="2004314" y="784352"/>
                  </a:cubicBezTo>
                  <a:cubicBezTo>
                    <a:pt x="2032635" y="810514"/>
                    <a:pt x="2060575" y="837438"/>
                    <a:pt x="2087880" y="864743"/>
                  </a:cubicBezTo>
                  <a:cubicBezTo>
                    <a:pt x="2115184" y="892048"/>
                    <a:pt x="2141982" y="919988"/>
                    <a:pt x="2168270" y="948309"/>
                  </a:cubicBezTo>
                  <a:cubicBezTo>
                    <a:pt x="2194559" y="976630"/>
                    <a:pt x="2220213" y="1005586"/>
                    <a:pt x="2245232" y="1034923"/>
                  </a:cubicBezTo>
                  <a:cubicBezTo>
                    <a:pt x="2270251" y="1064260"/>
                    <a:pt x="2294889" y="1094232"/>
                    <a:pt x="2318765" y="1124585"/>
                  </a:cubicBezTo>
                  <a:cubicBezTo>
                    <a:pt x="2342642" y="1154938"/>
                    <a:pt x="2366009" y="1185799"/>
                    <a:pt x="2388743" y="1217041"/>
                  </a:cubicBezTo>
                  <a:cubicBezTo>
                    <a:pt x="2411476" y="1248283"/>
                    <a:pt x="2433574" y="1280033"/>
                    <a:pt x="2455037" y="1312164"/>
                  </a:cubicBezTo>
                  <a:cubicBezTo>
                    <a:pt x="2476500" y="1344295"/>
                    <a:pt x="2497327" y="1376807"/>
                    <a:pt x="2517521" y="1409827"/>
                  </a:cubicBezTo>
                  <a:cubicBezTo>
                    <a:pt x="2537714" y="1442847"/>
                    <a:pt x="2557272" y="1476121"/>
                    <a:pt x="2576195" y="1509903"/>
                  </a:cubicBezTo>
                  <a:cubicBezTo>
                    <a:pt x="2595118" y="1543685"/>
                    <a:pt x="2613279" y="1577721"/>
                    <a:pt x="2630805" y="1612138"/>
                  </a:cubicBezTo>
                  <a:cubicBezTo>
                    <a:pt x="2648330" y="1646555"/>
                    <a:pt x="2665221" y="1681353"/>
                    <a:pt x="2681351" y="1716405"/>
                  </a:cubicBezTo>
                  <a:cubicBezTo>
                    <a:pt x="2697480" y="1751457"/>
                    <a:pt x="2712974" y="1786890"/>
                    <a:pt x="2727833" y="1822577"/>
                  </a:cubicBezTo>
                  <a:cubicBezTo>
                    <a:pt x="2742692" y="1858264"/>
                    <a:pt x="2756662" y="1894332"/>
                    <a:pt x="2770124" y="1930527"/>
                  </a:cubicBezTo>
                  <a:cubicBezTo>
                    <a:pt x="2783586" y="1966722"/>
                    <a:pt x="2796158" y="2003298"/>
                    <a:pt x="2808096" y="2040128"/>
                  </a:cubicBezTo>
                  <a:lnTo>
                    <a:pt x="0" y="2952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FD7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16250" y="2103755"/>
              <a:ext cx="2952750" cy="3301238"/>
            </a:xfrm>
            <a:custGeom>
              <a:avLst/>
              <a:gdLst/>
              <a:ahLst/>
              <a:cxnLst/>
              <a:rect r="r" b="b" t="t" l="l"/>
              <a:pathLst>
                <a:path h="3301238" w="2952750">
                  <a:moveTo>
                    <a:pt x="2808224" y="0"/>
                  </a:moveTo>
                  <a:cubicBezTo>
                    <a:pt x="2820162" y="36703"/>
                    <a:pt x="2831338" y="73787"/>
                    <a:pt x="2841879" y="110998"/>
                  </a:cubicBezTo>
                  <a:cubicBezTo>
                    <a:pt x="2852420" y="148209"/>
                    <a:pt x="2862072" y="185547"/>
                    <a:pt x="2871216" y="223139"/>
                  </a:cubicBezTo>
                  <a:cubicBezTo>
                    <a:pt x="2880360" y="260731"/>
                    <a:pt x="2888488" y="298450"/>
                    <a:pt x="2896108" y="336423"/>
                  </a:cubicBezTo>
                  <a:cubicBezTo>
                    <a:pt x="2903728" y="374396"/>
                    <a:pt x="2910459" y="412369"/>
                    <a:pt x="2916428" y="450596"/>
                  </a:cubicBezTo>
                  <a:cubicBezTo>
                    <a:pt x="2922397" y="488823"/>
                    <a:pt x="2927731" y="527050"/>
                    <a:pt x="2932303" y="565404"/>
                  </a:cubicBezTo>
                  <a:cubicBezTo>
                    <a:pt x="2936875" y="603758"/>
                    <a:pt x="2940685" y="642239"/>
                    <a:pt x="2943606" y="680847"/>
                  </a:cubicBezTo>
                  <a:cubicBezTo>
                    <a:pt x="2946527" y="719455"/>
                    <a:pt x="2948940" y="757936"/>
                    <a:pt x="2950464" y="796544"/>
                  </a:cubicBezTo>
                  <a:cubicBezTo>
                    <a:pt x="2951988" y="835152"/>
                    <a:pt x="2952750" y="873760"/>
                    <a:pt x="2952750" y="912495"/>
                  </a:cubicBezTo>
                  <a:cubicBezTo>
                    <a:pt x="2952750" y="951230"/>
                    <a:pt x="2951988" y="989838"/>
                    <a:pt x="2950464" y="1028446"/>
                  </a:cubicBezTo>
                  <a:cubicBezTo>
                    <a:pt x="2948940" y="1067054"/>
                    <a:pt x="2946654" y="1105662"/>
                    <a:pt x="2943606" y="1144143"/>
                  </a:cubicBezTo>
                  <a:cubicBezTo>
                    <a:pt x="2940558" y="1182624"/>
                    <a:pt x="2936748" y="1221105"/>
                    <a:pt x="2932303" y="1259586"/>
                  </a:cubicBezTo>
                  <a:cubicBezTo>
                    <a:pt x="2927858" y="1298067"/>
                    <a:pt x="2922524" y="1336294"/>
                    <a:pt x="2916428" y="1374394"/>
                  </a:cubicBezTo>
                  <a:cubicBezTo>
                    <a:pt x="2910332" y="1412494"/>
                    <a:pt x="2903601" y="1450594"/>
                    <a:pt x="2896108" y="1488567"/>
                  </a:cubicBezTo>
                  <a:cubicBezTo>
                    <a:pt x="2888615" y="1526540"/>
                    <a:pt x="2880233" y="1564259"/>
                    <a:pt x="2871216" y="1601851"/>
                  </a:cubicBezTo>
                  <a:cubicBezTo>
                    <a:pt x="2862199" y="1639444"/>
                    <a:pt x="2852420" y="1676781"/>
                    <a:pt x="2841879" y="1713992"/>
                  </a:cubicBezTo>
                  <a:cubicBezTo>
                    <a:pt x="2831338" y="1751203"/>
                    <a:pt x="2820162" y="1788160"/>
                    <a:pt x="2808224" y="1824990"/>
                  </a:cubicBezTo>
                  <a:cubicBezTo>
                    <a:pt x="2796286" y="1861820"/>
                    <a:pt x="2783586" y="1898269"/>
                    <a:pt x="2770251" y="1934591"/>
                  </a:cubicBezTo>
                  <a:cubicBezTo>
                    <a:pt x="2756916" y="1970913"/>
                    <a:pt x="2742819" y="2006854"/>
                    <a:pt x="2727960" y="2042541"/>
                  </a:cubicBezTo>
                  <a:cubicBezTo>
                    <a:pt x="2713101" y="2078228"/>
                    <a:pt x="2697734" y="2113661"/>
                    <a:pt x="2681478" y="2148713"/>
                  </a:cubicBezTo>
                  <a:cubicBezTo>
                    <a:pt x="2665222" y="2183765"/>
                    <a:pt x="2648458" y="2218563"/>
                    <a:pt x="2630932" y="2252980"/>
                  </a:cubicBezTo>
                  <a:cubicBezTo>
                    <a:pt x="2613406" y="2287397"/>
                    <a:pt x="2595118" y="2321560"/>
                    <a:pt x="2576322" y="2355215"/>
                  </a:cubicBezTo>
                  <a:cubicBezTo>
                    <a:pt x="2557526" y="2388870"/>
                    <a:pt x="2537841" y="2422271"/>
                    <a:pt x="2517648" y="2455291"/>
                  </a:cubicBezTo>
                  <a:cubicBezTo>
                    <a:pt x="2497455" y="2488311"/>
                    <a:pt x="2476627" y="2520823"/>
                    <a:pt x="2455164" y="2552954"/>
                  </a:cubicBezTo>
                  <a:cubicBezTo>
                    <a:pt x="2433701" y="2585085"/>
                    <a:pt x="2411603" y="2616835"/>
                    <a:pt x="2388870" y="2648077"/>
                  </a:cubicBezTo>
                  <a:cubicBezTo>
                    <a:pt x="2366137" y="2679319"/>
                    <a:pt x="2342769" y="2710180"/>
                    <a:pt x="2318893" y="2740533"/>
                  </a:cubicBezTo>
                  <a:cubicBezTo>
                    <a:pt x="2295017" y="2770885"/>
                    <a:pt x="2270506" y="2800731"/>
                    <a:pt x="2245360" y="2830195"/>
                  </a:cubicBezTo>
                  <a:cubicBezTo>
                    <a:pt x="2220214" y="2859659"/>
                    <a:pt x="2194560" y="2888488"/>
                    <a:pt x="2168398" y="2916809"/>
                  </a:cubicBezTo>
                  <a:cubicBezTo>
                    <a:pt x="2142236" y="2945130"/>
                    <a:pt x="2115312" y="2973070"/>
                    <a:pt x="2088007" y="3000375"/>
                  </a:cubicBezTo>
                  <a:cubicBezTo>
                    <a:pt x="2060702" y="3027679"/>
                    <a:pt x="2032762" y="3054477"/>
                    <a:pt x="2004441" y="3080765"/>
                  </a:cubicBezTo>
                  <a:cubicBezTo>
                    <a:pt x="1976120" y="3107054"/>
                    <a:pt x="1947164" y="3132708"/>
                    <a:pt x="1917827" y="3157727"/>
                  </a:cubicBezTo>
                  <a:cubicBezTo>
                    <a:pt x="1888490" y="3182746"/>
                    <a:pt x="1858518" y="3207384"/>
                    <a:pt x="1828165" y="3231260"/>
                  </a:cubicBezTo>
                  <a:cubicBezTo>
                    <a:pt x="1797812" y="3255137"/>
                    <a:pt x="1766951" y="3278504"/>
                    <a:pt x="1735709" y="3301238"/>
                  </a:cubicBezTo>
                  <a:lnTo>
                    <a:pt x="0" y="912495"/>
                  </a:lnTo>
                  <a:lnTo>
                    <a:pt x="2808224" y="0"/>
                  </a:lnTo>
                  <a:close/>
                </a:path>
              </a:pathLst>
            </a:custGeom>
            <a:solidFill>
              <a:srgbClr val="00FFC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80668" y="3016250"/>
              <a:ext cx="3471164" cy="2952623"/>
            </a:xfrm>
            <a:custGeom>
              <a:avLst/>
              <a:gdLst/>
              <a:ahLst/>
              <a:cxnLst/>
              <a:rect r="r" b="b" t="t" l="l"/>
              <a:pathLst>
                <a:path h="2952623" w="3471164">
                  <a:moveTo>
                    <a:pt x="3471164" y="2388743"/>
                  </a:moveTo>
                  <a:cubicBezTo>
                    <a:pt x="3439922" y="2411476"/>
                    <a:pt x="3408172" y="2433574"/>
                    <a:pt x="3376041" y="2455037"/>
                  </a:cubicBezTo>
                  <a:cubicBezTo>
                    <a:pt x="3343910" y="2476500"/>
                    <a:pt x="3311398" y="2497328"/>
                    <a:pt x="3278378" y="2517521"/>
                  </a:cubicBezTo>
                  <a:cubicBezTo>
                    <a:pt x="3245358" y="2537714"/>
                    <a:pt x="3212084" y="2557272"/>
                    <a:pt x="3178302" y="2576195"/>
                  </a:cubicBezTo>
                  <a:cubicBezTo>
                    <a:pt x="3144520" y="2595118"/>
                    <a:pt x="3110484" y="2613279"/>
                    <a:pt x="3076067" y="2630805"/>
                  </a:cubicBezTo>
                  <a:cubicBezTo>
                    <a:pt x="3041650" y="2648331"/>
                    <a:pt x="3006852" y="2665222"/>
                    <a:pt x="2971800" y="2681351"/>
                  </a:cubicBezTo>
                  <a:cubicBezTo>
                    <a:pt x="2936749" y="2697480"/>
                    <a:pt x="2901315" y="2712974"/>
                    <a:pt x="2865629" y="2727833"/>
                  </a:cubicBezTo>
                  <a:cubicBezTo>
                    <a:pt x="2829942" y="2742692"/>
                    <a:pt x="2793874" y="2756662"/>
                    <a:pt x="2757679" y="2770124"/>
                  </a:cubicBezTo>
                  <a:cubicBezTo>
                    <a:pt x="2721483" y="2783586"/>
                    <a:pt x="2684907" y="2796159"/>
                    <a:pt x="2648077" y="2808097"/>
                  </a:cubicBezTo>
                  <a:cubicBezTo>
                    <a:pt x="2611248" y="2820035"/>
                    <a:pt x="2574290" y="2831211"/>
                    <a:pt x="2537080" y="2841752"/>
                  </a:cubicBezTo>
                  <a:cubicBezTo>
                    <a:pt x="2499869" y="2852293"/>
                    <a:pt x="2462531" y="2861945"/>
                    <a:pt x="2424939" y="2871089"/>
                  </a:cubicBezTo>
                  <a:cubicBezTo>
                    <a:pt x="2387347" y="2880233"/>
                    <a:pt x="2349628" y="2888361"/>
                    <a:pt x="2311655" y="2895981"/>
                  </a:cubicBezTo>
                  <a:cubicBezTo>
                    <a:pt x="2273681" y="2903601"/>
                    <a:pt x="2235708" y="2910332"/>
                    <a:pt x="2197482" y="2916301"/>
                  </a:cubicBezTo>
                  <a:cubicBezTo>
                    <a:pt x="2159255" y="2922270"/>
                    <a:pt x="2121028" y="2927604"/>
                    <a:pt x="2082674" y="2932176"/>
                  </a:cubicBezTo>
                  <a:cubicBezTo>
                    <a:pt x="2044319" y="2936747"/>
                    <a:pt x="2005839" y="2940558"/>
                    <a:pt x="1967231" y="2943479"/>
                  </a:cubicBezTo>
                  <a:cubicBezTo>
                    <a:pt x="1928623" y="2946400"/>
                    <a:pt x="1890142" y="2948813"/>
                    <a:pt x="1851534" y="2950337"/>
                  </a:cubicBezTo>
                  <a:cubicBezTo>
                    <a:pt x="1812926" y="2951861"/>
                    <a:pt x="1774318" y="2952623"/>
                    <a:pt x="1735583" y="2952623"/>
                  </a:cubicBezTo>
                  <a:cubicBezTo>
                    <a:pt x="1696848" y="2952623"/>
                    <a:pt x="1658240" y="2951861"/>
                    <a:pt x="1619632" y="2950337"/>
                  </a:cubicBezTo>
                  <a:cubicBezTo>
                    <a:pt x="1581023" y="2948813"/>
                    <a:pt x="1542415" y="2946527"/>
                    <a:pt x="1503935" y="2943479"/>
                  </a:cubicBezTo>
                  <a:cubicBezTo>
                    <a:pt x="1465454" y="2940431"/>
                    <a:pt x="1426973" y="2936621"/>
                    <a:pt x="1388492" y="2932176"/>
                  </a:cubicBezTo>
                  <a:cubicBezTo>
                    <a:pt x="1350011" y="2927731"/>
                    <a:pt x="1311784" y="2922397"/>
                    <a:pt x="1273684" y="2916301"/>
                  </a:cubicBezTo>
                  <a:cubicBezTo>
                    <a:pt x="1235584" y="2910205"/>
                    <a:pt x="1197484" y="2903474"/>
                    <a:pt x="1159511" y="2895981"/>
                  </a:cubicBezTo>
                  <a:cubicBezTo>
                    <a:pt x="1121538" y="2888488"/>
                    <a:pt x="1083818" y="2880106"/>
                    <a:pt x="1046227" y="2871089"/>
                  </a:cubicBezTo>
                  <a:cubicBezTo>
                    <a:pt x="1008635" y="2862072"/>
                    <a:pt x="971297" y="2852293"/>
                    <a:pt x="934086" y="2841752"/>
                  </a:cubicBezTo>
                  <a:cubicBezTo>
                    <a:pt x="896874" y="2831211"/>
                    <a:pt x="859918" y="2820035"/>
                    <a:pt x="823088" y="2808097"/>
                  </a:cubicBezTo>
                  <a:cubicBezTo>
                    <a:pt x="786257" y="2796159"/>
                    <a:pt x="749808" y="2783459"/>
                    <a:pt x="713486" y="2770124"/>
                  </a:cubicBezTo>
                  <a:cubicBezTo>
                    <a:pt x="677164" y="2756789"/>
                    <a:pt x="641223" y="2742692"/>
                    <a:pt x="605536" y="2727833"/>
                  </a:cubicBezTo>
                  <a:cubicBezTo>
                    <a:pt x="569849" y="2712974"/>
                    <a:pt x="534416" y="2697607"/>
                    <a:pt x="499364" y="2681351"/>
                  </a:cubicBezTo>
                  <a:cubicBezTo>
                    <a:pt x="464313" y="2665095"/>
                    <a:pt x="429514" y="2648331"/>
                    <a:pt x="395097" y="2630805"/>
                  </a:cubicBezTo>
                  <a:cubicBezTo>
                    <a:pt x="360680" y="2613279"/>
                    <a:pt x="326517" y="2594991"/>
                    <a:pt x="292862" y="2576195"/>
                  </a:cubicBezTo>
                  <a:cubicBezTo>
                    <a:pt x="259207" y="2557399"/>
                    <a:pt x="225806" y="2537714"/>
                    <a:pt x="192786" y="2517521"/>
                  </a:cubicBezTo>
                  <a:cubicBezTo>
                    <a:pt x="159766" y="2497328"/>
                    <a:pt x="127254" y="2476500"/>
                    <a:pt x="95123" y="2455037"/>
                  </a:cubicBezTo>
                  <a:cubicBezTo>
                    <a:pt x="62992" y="2433574"/>
                    <a:pt x="31242" y="2411476"/>
                    <a:pt x="0" y="2388743"/>
                  </a:cubicBezTo>
                  <a:lnTo>
                    <a:pt x="1735582" y="0"/>
                  </a:lnTo>
                  <a:lnTo>
                    <a:pt x="3471164" y="2388743"/>
                  </a:lnTo>
                  <a:close/>
                </a:path>
              </a:pathLst>
            </a:custGeom>
            <a:solidFill>
              <a:srgbClr val="00E5D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2103755"/>
              <a:ext cx="2952750" cy="3301238"/>
            </a:xfrm>
            <a:custGeom>
              <a:avLst/>
              <a:gdLst/>
              <a:ahLst/>
              <a:cxnLst/>
              <a:rect r="r" b="b" t="t" l="l"/>
              <a:pathLst>
                <a:path h="3301238" w="2952750">
                  <a:moveTo>
                    <a:pt x="1217168" y="3301238"/>
                  </a:moveTo>
                  <a:cubicBezTo>
                    <a:pt x="1185926" y="3278505"/>
                    <a:pt x="1155065" y="3255137"/>
                    <a:pt x="1124712" y="3231261"/>
                  </a:cubicBezTo>
                  <a:cubicBezTo>
                    <a:pt x="1094359" y="3207385"/>
                    <a:pt x="1064514" y="3182874"/>
                    <a:pt x="1035050" y="3157728"/>
                  </a:cubicBezTo>
                  <a:cubicBezTo>
                    <a:pt x="1005586" y="3132582"/>
                    <a:pt x="976757" y="3106928"/>
                    <a:pt x="948436" y="3080766"/>
                  </a:cubicBezTo>
                  <a:cubicBezTo>
                    <a:pt x="920115" y="3054604"/>
                    <a:pt x="892175" y="3027680"/>
                    <a:pt x="864870" y="3000375"/>
                  </a:cubicBezTo>
                  <a:cubicBezTo>
                    <a:pt x="837565" y="2973070"/>
                    <a:pt x="810768" y="2945130"/>
                    <a:pt x="784479" y="2916809"/>
                  </a:cubicBezTo>
                  <a:cubicBezTo>
                    <a:pt x="758190" y="2888488"/>
                    <a:pt x="732536" y="2859532"/>
                    <a:pt x="707517" y="2830195"/>
                  </a:cubicBezTo>
                  <a:cubicBezTo>
                    <a:pt x="682498" y="2800858"/>
                    <a:pt x="657860" y="2770886"/>
                    <a:pt x="633984" y="2740533"/>
                  </a:cubicBezTo>
                  <a:cubicBezTo>
                    <a:pt x="610108" y="2710180"/>
                    <a:pt x="586740" y="2679319"/>
                    <a:pt x="564007" y="2648077"/>
                  </a:cubicBezTo>
                  <a:cubicBezTo>
                    <a:pt x="541274" y="2616835"/>
                    <a:pt x="519176" y="2585085"/>
                    <a:pt x="497713" y="2552954"/>
                  </a:cubicBezTo>
                  <a:cubicBezTo>
                    <a:pt x="476250" y="2520823"/>
                    <a:pt x="455422" y="2488311"/>
                    <a:pt x="435229" y="2455291"/>
                  </a:cubicBezTo>
                  <a:cubicBezTo>
                    <a:pt x="415036" y="2422271"/>
                    <a:pt x="395478" y="2388997"/>
                    <a:pt x="376555" y="2355215"/>
                  </a:cubicBezTo>
                  <a:cubicBezTo>
                    <a:pt x="357632" y="2321433"/>
                    <a:pt x="339471" y="2287397"/>
                    <a:pt x="321945" y="2252980"/>
                  </a:cubicBezTo>
                  <a:cubicBezTo>
                    <a:pt x="304419" y="2218563"/>
                    <a:pt x="287528" y="2183765"/>
                    <a:pt x="271399" y="2148713"/>
                  </a:cubicBezTo>
                  <a:cubicBezTo>
                    <a:pt x="255270" y="2113662"/>
                    <a:pt x="239776" y="2078228"/>
                    <a:pt x="224917" y="2042542"/>
                  </a:cubicBezTo>
                  <a:cubicBezTo>
                    <a:pt x="210058" y="2006855"/>
                    <a:pt x="196088" y="1970787"/>
                    <a:pt x="182626" y="1934592"/>
                  </a:cubicBezTo>
                  <a:cubicBezTo>
                    <a:pt x="169164" y="1898396"/>
                    <a:pt x="156591" y="1861820"/>
                    <a:pt x="144653" y="1824990"/>
                  </a:cubicBezTo>
                  <a:cubicBezTo>
                    <a:pt x="132715" y="1788161"/>
                    <a:pt x="121539" y="1751203"/>
                    <a:pt x="110998" y="1713993"/>
                  </a:cubicBezTo>
                  <a:cubicBezTo>
                    <a:pt x="100457" y="1676782"/>
                    <a:pt x="90805" y="1639444"/>
                    <a:pt x="81661" y="1601852"/>
                  </a:cubicBezTo>
                  <a:cubicBezTo>
                    <a:pt x="72517" y="1564260"/>
                    <a:pt x="64389" y="1526541"/>
                    <a:pt x="56769" y="1488568"/>
                  </a:cubicBezTo>
                  <a:cubicBezTo>
                    <a:pt x="49149" y="1450594"/>
                    <a:pt x="42418" y="1412621"/>
                    <a:pt x="36449" y="1374395"/>
                  </a:cubicBezTo>
                  <a:cubicBezTo>
                    <a:pt x="30480" y="1336168"/>
                    <a:pt x="25146" y="1297941"/>
                    <a:pt x="20574" y="1259587"/>
                  </a:cubicBezTo>
                  <a:cubicBezTo>
                    <a:pt x="16002" y="1221232"/>
                    <a:pt x="12192" y="1182752"/>
                    <a:pt x="9271" y="1144144"/>
                  </a:cubicBezTo>
                  <a:cubicBezTo>
                    <a:pt x="6350" y="1105536"/>
                    <a:pt x="3937" y="1067055"/>
                    <a:pt x="2413" y="1028447"/>
                  </a:cubicBezTo>
                  <a:cubicBezTo>
                    <a:pt x="889" y="989839"/>
                    <a:pt x="0" y="951103"/>
                    <a:pt x="0" y="912495"/>
                  </a:cubicBezTo>
                  <a:cubicBezTo>
                    <a:pt x="0" y="873887"/>
                    <a:pt x="762" y="835152"/>
                    <a:pt x="2286" y="796544"/>
                  </a:cubicBezTo>
                  <a:cubicBezTo>
                    <a:pt x="3810" y="757936"/>
                    <a:pt x="6096" y="719328"/>
                    <a:pt x="9144" y="680847"/>
                  </a:cubicBezTo>
                  <a:cubicBezTo>
                    <a:pt x="12192" y="642366"/>
                    <a:pt x="16002" y="603885"/>
                    <a:pt x="20447" y="565404"/>
                  </a:cubicBezTo>
                  <a:cubicBezTo>
                    <a:pt x="24892" y="526923"/>
                    <a:pt x="30226" y="488696"/>
                    <a:pt x="36322" y="450596"/>
                  </a:cubicBezTo>
                  <a:cubicBezTo>
                    <a:pt x="42418" y="412496"/>
                    <a:pt x="49149" y="374396"/>
                    <a:pt x="56642" y="336423"/>
                  </a:cubicBezTo>
                  <a:cubicBezTo>
                    <a:pt x="64135" y="298450"/>
                    <a:pt x="72517" y="260731"/>
                    <a:pt x="81534" y="223139"/>
                  </a:cubicBezTo>
                  <a:cubicBezTo>
                    <a:pt x="90551" y="185547"/>
                    <a:pt x="100330" y="148209"/>
                    <a:pt x="110871" y="110998"/>
                  </a:cubicBezTo>
                  <a:cubicBezTo>
                    <a:pt x="121412" y="73787"/>
                    <a:pt x="132588" y="36830"/>
                    <a:pt x="144526" y="0"/>
                  </a:cubicBezTo>
                  <a:lnTo>
                    <a:pt x="2952750" y="912495"/>
                  </a:lnTo>
                  <a:lnTo>
                    <a:pt x="1217168" y="3301238"/>
                  </a:lnTo>
                  <a:close/>
                </a:path>
              </a:pathLst>
            </a:custGeom>
            <a:solidFill>
              <a:srgbClr val="00BDD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8026" y="63500"/>
              <a:ext cx="2808097" cy="2952750"/>
            </a:xfrm>
            <a:custGeom>
              <a:avLst/>
              <a:gdLst/>
              <a:ahLst/>
              <a:cxnLst/>
              <a:rect r="r" b="b" t="t" l="l"/>
              <a:pathLst>
                <a:path h="2952750" w="2808097">
                  <a:moveTo>
                    <a:pt x="0" y="2040255"/>
                  </a:moveTo>
                  <a:cubicBezTo>
                    <a:pt x="11938" y="2003552"/>
                    <a:pt x="24638" y="1966976"/>
                    <a:pt x="37973" y="1930781"/>
                  </a:cubicBezTo>
                  <a:cubicBezTo>
                    <a:pt x="51308" y="1894586"/>
                    <a:pt x="65405" y="1858518"/>
                    <a:pt x="80264" y="1822831"/>
                  </a:cubicBezTo>
                  <a:cubicBezTo>
                    <a:pt x="95123" y="1787144"/>
                    <a:pt x="110490" y="1751711"/>
                    <a:pt x="126746" y="1716659"/>
                  </a:cubicBezTo>
                  <a:cubicBezTo>
                    <a:pt x="143002" y="1681607"/>
                    <a:pt x="159766" y="1646809"/>
                    <a:pt x="177292" y="1612392"/>
                  </a:cubicBezTo>
                  <a:cubicBezTo>
                    <a:pt x="194818" y="1577975"/>
                    <a:pt x="213106" y="1543812"/>
                    <a:pt x="231902" y="1510157"/>
                  </a:cubicBezTo>
                  <a:cubicBezTo>
                    <a:pt x="250698" y="1476502"/>
                    <a:pt x="270383" y="1443101"/>
                    <a:pt x="290576" y="1410081"/>
                  </a:cubicBezTo>
                  <a:cubicBezTo>
                    <a:pt x="310769" y="1377061"/>
                    <a:pt x="331597" y="1344549"/>
                    <a:pt x="353060" y="1312418"/>
                  </a:cubicBezTo>
                  <a:cubicBezTo>
                    <a:pt x="374523" y="1280287"/>
                    <a:pt x="396621" y="1248537"/>
                    <a:pt x="419354" y="1217295"/>
                  </a:cubicBezTo>
                  <a:cubicBezTo>
                    <a:pt x="442087" y="1186053"/>
                    <a:pt x="465455" y="1155192"/>
                    <a:pt x="489331" y="1124839"/>
                  </a:cubicBezTo>
                  <a:cubicBezTo>
                    <a:pt x="513207" y="1094486"/>
                    <a:pt x="537718" y="1064641"/>
                    <a:pt x="562864" y="1035177"/>
                  </a:cubicBezTo>
                  <a:cubicBezTo>
                    <a:pt x="588010" y="1005713"/>
                    <a:pt x="613664" y="976884"/>
                    <a:pt x="639826" y="948563"/>
                  </a:cubicBezTo>
                  <a:cubicBezTo>
                    <a:pt x="665988" y="920242"/>
                    <a:pt x="692785" y="892302"/>
                    <a:pt x="720217" y="864997"/>
                  </a:cubicBezTo>
                  <a:cubicBezTo>
                    <a:pt x="747649" y="837692"/>
                    <a:pt x="775462" y="810895"/>
                    <a:pt x="803783" y="784606"/>
                  </a:cubicBezTo>
                  <a:cubicBezTo>
                    <a:pt x="832104" y="758317"/>
                    <a:pt x="861060" y="732663"/>
                    <a:pt x="890397" y="707644"/>
                  </a:cubicBezTo>
                  <a:cubicBezTo>
                    <a:pt x="919734" y="682625"/>
                    <a:pt x="949706" y="657987"/>
                    <a:pt x="980059" y="634111"/>
                  </a:cubicBezTo>
                  <a:cubicBezTo>
                    <a:pt x="1010412" y="610235"/>
                    <a:pt x="1041273" y="586867"/>
                    <a:pt x="1072515" y="564134"/>
                  </a:cubicBezTo>
                  <a:cubicBezTo>
                    <a:pt x="1103757" y="541401"/>
                    <a:pt x="1135507" y="519303"/>
                    <a:pt x="1167638" y="497840"/>
                  </a:cubicBezTo>
                  <a:cubicBezTo>
                    <a:pt x="1199769" y="476377"/>
                    <a:pt x="1232281" y="455549"/>
                    <a:pt x="1265301" y="435356"/>
                  </a:cubicBezTo>
                  <a:cubicBezTo>
                    <a:pt x="1298321" y="415163"/>
                    <a:pt x="1331595" y="395605"/>
                    <a:pt x="1365377" y="376682"/>
                  </a:cubicBezTo>
                  <a:cubicBezTo>
                    <a:pt x="1399159" y="357759"/>
                    <a:pt x="1433195" y="339598"/>
                    <a:pt x="1467612" y="322072"/>
                  </a:cubicBezTo>
                  <a:cubicBezTo>
                    <a:pt x="1502029" y="304546"/>
                    <a:pt x="1536827" y="287655"/>
                    <a:pt x="1571879" y="271526"/>
                  </a:cubicBezTo>
                  <a:cubicBezTo>
                    <a:pt x="1606931" y="255397"/>
                    <a:pt x="1642364" y="239903"/>
                    <a:pt x="1678051" y="225044"/>
                  </a:cubicBezTo>
                  <a:cubicBezTo>
                    <a:pt x="1713738" y="210185"/>
                    <a:pt x="1749806" y="196215"/>
                    <a:pt x="1786001" y="182753"/>
                  </a:cubicBezTo>
                  <a:cubicBezTo>
                    <a:pt x="1822196" y="169291"/>
                    <a:pt x="1858772" y="156718"/>
                    <a:pt x="1895475" y="144780"/>
                  </a:cubicBezTo>
                  <a:cubicBezTo>
                    <a:pt x="1932178" y="132842"/>
                    <a:pt x="1969262" y="121666"/>
                    <a:pt x="2006473" y="111125"/>
                  </a:cubicBezTo>
                  <a:cubicBezTo>
                    <a:pt x="2043684" y="100584"/>
                    <a:pt x="2081022" y="90932"/>
                    <a:pt x="2118614" y="81788"/>
                  </a:cubicBezTo>
                  <a:cubicBezTo>
                    <a:pt x="2156206" y="72644"/>
                    <a:pt x="2193925" y="64516"/>
                    <a:pt x="2231898" y="56896"/>
                  </a:cubicBezTo>
                  <a:cubicBezTo>
                    <a:pt x="2269871" y="49276"/>
                    <a:pt x="2307844" y="42545"/>
                    <a:pt x="2346071" y="36449"/>
                  </a:cubicBezTo>
                  <a:cubicBezTo>
                    <a:pt x="2384298" y="30353"/>
                    <a:pt x="2422525" y="25146"/>
                    <a:pt x="2460879" y="20574"/>
                  </a:cubicBezTo>
                  <a:cubicBezTo>
                    <a:pt x="2499233" y="16002"/>
                    <a:pt x="2537714" y="12192"/>
                    <a:pt x="2576195" y="9144"/>
                  </a:cubicBezTo>
                  <a:cubicBezTo>
                    <a:pt x="2614676" y="6096"/>
                    <a:pt x="2653284" y="3810"/>
                    <a:pt x="2691892" y="2286"/>
                  </a:cubicBezTo>
                  <a:cubicBezTo>
                    <a:pt x="2730500" y="762"/>
                    <a:pt x="2769235" y="0"/>
                    <a:pt x="2807843" y="0"/>
                  </a:cubicBezTo>
                  <a:lnTo>
                    <a:pt x="2808097" y="2952750"/>
                  </a:lnTo>
                  <a:lnTo>
                    <a:pt x="0" y="2040255"/>
                  </a:lnTo>
                  <a:close/>
                </a:path>
              </a:pathLst>
            </a:custGeom>
            <a:solidFill>
              <a:srgbClr val="2E95B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7030107" y="0"/>
            <a:ext cx="2085975" cy="619506"/>
          </a:xfrm>
          <a:custGeom>
            <a:avLst/>
            <a:gdLst/>
            <a:ahLst/>
            <a:cxnLst/>
            <a:rect r="r" b="b" t="t" l="l"/>
            <a:pathLst>
              <a:path h="619506" w="2085975">
                <a:moveTo>
                  <a:pt x="0" y="0"/>
                </a:moveTo>
                <a:lnTo>
                  <a:pt x="2085975" y="0"/>
                </a:lnTo>
                <a:lnTo>
                  <a:pt x="2085975" y="619506"/>
                </a:lnTo>
                <a:lnTo>
                  <a:pt x="0" y="61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9876" r="0" b="0"/>
            </a:stretch>
          </a:blipFill>
        </p:spPr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438160" y="2450344"/>
            <a:ext cx="7618447" cy="2523792"/>
            <a:chOff x="0" y="0"/>
            <a:chExt cx="7618451" cy="25237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18476" cy="2523744"/>
            </a:xfrm>
            <a:custGeom>
              <a:avLst/>
              <a:gdLst/>
              <a:ahLst/>
              <a:cxnLst/>
              <a:rect r="r" b="b" t="t" l="l"/>
              <a:pathLst>
                <a:path h="2523744" w="7618476">
                  <a:moveTo>
                    <a:pt x="0" y="2523744"/>
                  </a:moveTo>
                  <a:lnTo>
                    <a:pt x="0" y="1261872"/>
                  </a:lnTo>
                  <a:lnTo>
                    <a:pt x="1301496" y="1261872"/>
                  </a:lnTo>
                  <a:lnTo>
                    <a:pt x="1301496" y="0"/>
                  </a:lnTo>
                  <a:lnTo>
                    <a:pt x="6316980" y="0"/>
                  </a:lnTo>
                  <a:lnTo>
                    <a:pt x="6316980" y="1261872"/>
                  </a:lnTo>
                  <a:lnTo>
                    <a:pt x="7618476" y="1261872"/>
                  </a:lnTo>
                  <a:lnTo>
                    <a:pt x="7618476" y="2523744"/>
                  </a:lnTo>
                  <a:lnTo>
                    <a:pt x="0" y="2523744"/>
                  </a:lnTo>
                </a:path>
              </a:pathLst>
            </a:custGeom>
            <a:solidFill>
              <a:srgbClr val="68FD7A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948024" y="5688492"/>
            <a:ext cx="95250" cy="95250"/>
            <a:chOff x="0" y="0"/>
            <a:chExt cx="95250" cy="95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948024" y="6126642"/>
            <a:ext cx="95250" cy="95250"/>
            <a:chOff x="0" y="0"/>
            <a:chExt cx="95250" cy="95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948024" y="6564792"/>
            <a:ext cx="95250" cy="95250"/>
            <a:chOff x="0" y="0"/>
            <a:chExt cx="95250" cy="95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948024" y="7002942"/>
            <a:ext cx="95250" cy="95250"/>
            <a:chOff x="0" y="0"/>
            <a:chExt cx="95250" cy="95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9786595" y="8020822"/>
            <a:ext cx="971550" cy="971550"/>
          </a:xfrm>
          <a:custGeom>
            <a:avLst/>
            <a:gdLst/>
            <a:ahLst/>
            <a:cxnLst/>
            <a:rect r="r" b="b" t="t" l="l"/>
            <a:pathLst>
              <a:path h="971550" w="971550">
                <a:moveTo>
                  <a:pt x="0" y="0"/>
                </a:moveTo>
                <a:lnTo>
                  <a:pt x="971550" y="0"/>
                </a:lnTo>
                <a:lnTo>
                  <a:pt x="97155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977446" y="8634813"/>
            <a:ext cx="505692" cy="505692"/>
            <a:chOff x="0" y="0"/>
            <a:chExt cx="505689" cy="5056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5772617" y="297494"/>
            <a:ext cx="385439" cy="385439"/>
            <a:chOff x="0" y="0"/>
            <a:chExt cx="385432" cy="3854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5445" cy="385445"/>
            </a:xfrm>
            <a:custGeom>
              <a:avLst/>
              <a:gdLst/>
              <a:ahLst/>
              <a:cxnLst/>
              <a:rect r="r" b="b" t="t" l="l"/>
              <a:pathLst>
                <a:path h="385445" w="385445">
                  <a:moveTo>
                    <a:pt x="0" y="385445"/>
                  </a:moveTo>
                  <a:lnTo>
                    <a:pt x="385445" y="385445"/>
                  </a:lnTo>
                  <a:lnTo>
                    <a:pt x="3854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944433" y="1337796"/>
            <a:ext cx="7684246" cy="6841617"/>
            <a:chOff x="0" y="0"/>
            <a:chExt cx="7684249" cy="68416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4262" cy="6841617"/>
            </a:xfrm>
            <a:custGeom>
              <a:avLst/>
              <a:gdLst/>
              <a:ahLst/>
              <a:cxnLst/>
              <a:rect r="r" b="b" t="t" l="l"/>
              <a:pathLst>
                <a:path h="6841617" w="7684262">
                  <a:moveTo>
                    <a:pt x="0" y="6841617"/>
                  </a:moveTo>
                  <a:lnTo>
                    <a:pt x="7684262" y="6841617"/>
                  </a:lnTo>
                  <a:lnTo>
                    <a:pt x="76842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988963" y="5288966"/>
            <a:ext cx="811873" cy="7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7"/>
              </a:lnSpc>
            </a:pPr>
            <a:r>
              <a:rPr lang="en-US" b="true" sz="2089">
                <a:solidFill>
                  <a:srgbClr val="F4F4F4"/>
                </a:solidFill>
                <a:latin typeface="Arimo Bold"/>
                <a:ea typeface="Arimo Bold"/>
                <a:cs typeface="Arimo Bold"/>
                <a:sym typeface="Arimo Bold"/>
              </a:rPr>
              <a:t>write()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60264" y="1313288"/>
            <a:ext cx="841477" cy="7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7"/>
              </a:lnSpc>
            </a:pPr>
            <a:r>
              <a:rPr lang="en-US" b="true" sz="2089">
                <a:solidFill>
                  <a:srgbClr val="F4F4F4"/>
                </a:solidFill>
                <a:latin typeface="Arimo Bold"/>
                <a:ea typeface="Arimo Bold"/>
                <a:cs typeface="Arimo Bold"/>
                <a:sym typeface="Arimo Bold"/>
              </a:rPr>
              <a:t>input()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64950" y="7564450"/>
            <a:ext cx="1218067" cy="7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7"/>
              </a:lnSpc>
            </a:pPr>
            <a:r>
              <a:rPr lang="en-US" b="true" sz="2089">
                <a:solidFill>
                  <a:srgbClr val="F4F4F4"/>
                </a:solidFill>
                <a:latin typeface="Arimo Bold"/>
                <a:ea typeface="Arimo Bold"/>
                <a:cs typeface="Arimo Bold"/>
                <a:sym typeface="Arimo Bold"/>
              </a:rPr>
              <a:t>readline() 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468457" y="1332881"/>
            <a:ext cx="751884" cy="7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7"/>
              </a:lnSpc>
            </a:pPr>
            <a:r>
              <a:rPr lang="en-US" b="true" sz="2089">
                <a:solidFill>
                  <a:srgbClr val="F4F4F4"/>
                </a:solidFill>
                <a:latin typeface="Arimo Bold"/>
                <a:ea typeface="Arimo Bold"/>
                <a:cs typeface="Arimo Bold"/>
                <a:sym typeface="Arimo Bold"/>
              </a:rPr>
              <a:t>read() 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44436" y="5295690"/>
            <a:ext cx="872261" cy="70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7"/>
              </a:lnSpc>
            </a:pPr>
            <a:r>
              <a:rPr lang="en-US" b="true" sz="2089">
                <a:solidFill>
                  <a:srgbClr val="F4F4F4"/>
                </a:solidFill>
                <a:latin typeface="Arimo Bold"/>
                <a:ea typeface="Arimo Bold"/>
                <a:cs typeface="Arimo Bold"/>
                <a:sym typeface="Arimo Bold"/>
              </a:rPr>
              <a:t>close() 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38160" y="2456755"/>
            <a:ext cx="7770657" cy="273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8"/>
              </a:lnSpc>
            </a:pPr>
            <a:r>
              <a:rPr lang="en-US" sz="9998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TOOLS &amp; TECHNOLOGY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2749" y="4814830"/>
            <a:ext cx="89964" cy="69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b="true" sz="24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92398" y="5519680"/>
            <a:ext cx="1457430" cy="174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4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PYTHON VS</a:t>
            </a: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24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CODE GIT GITHUB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662700">
            <a:off x="5886707" y="7505881"/>
            <a:ext cx="7618990" cy="3543748"/>
            <a:chOff x="0" y="0"/>
            <a:chExt cx="10158654" cy="47249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58603" cy="4725035"/>
            </a:xfrm>
            <a:custGeom>
              <a:avLst/>
              <a:gdLst/>
              <a:ahLst/>
              <a:cxnLst/>
              <a:rect r="r" b="b" t="t" l="l"/>
              <a:pathLst>
                <a:path h="4725035" w="10158603">
                  <a:moveTo>
                    <a:pt x="10121646" y="0"/>
                  </a:moveTo>
                  <a:lnTo>
                    <a:pt x="9711182" y="3175"/>
                  </a:lnTo>
                  <a:lnTo>
                    <a:pt x="0" y="79375"/>
                  </a:lnTo>
                  <a:lnTo>
                    <a:pt x="20955" y="2746248"/>
                  </a:lnTo>
                  <a:lnTo>
                    <a:pt x="10158603" y="4725035"/>
                  </a:lnTo>
                  <a:lnTo>
                    <a:pt x="10121646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41" b="-67782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3122280">
            <a:off x="14022562" y="555593"/>
            <a:ext cx="7339822" cy="4216032"/>
            <a:chOff x="0" y="0"/>
            <a:chExt cx="9786430" cy="5621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86493" cy="5621274"/>
            </a:xfrm>
            <a:custGeom>
              <a:avLst/>
              <a:gdLst/>
              <a:ahLst/>
              <a:cxnLst/>
              <a:rect r="r" b="b" t="t" l="l"/>
              <a:pathLst>
                <a:path h="5621274" w="9786493">
                  <a:moveTo>
                    <a:pt x="23495" y="3278632"/>
                  </a:moveTo>
                  <a:lnTo>
                    <a:pt x="0" y="5518531"/>
                  </a:lnTo>
                  <a:lnTo>
                    <a:pt x="9786493" y="5621274"/>
                  </a:lnTo>
                  <a:lnTo>
                    <a:pt x="2581656" y="0"/>
                  </a:lnTo>
                  <a:close/>
                </a:path>
              </a:pathLst>
            </a:custGeom>
            <a:blipFill>
              <a:blip r:embed="rId3"/>
              <a:stretch>
                <a:fillRect l="0" t="-192805" r="-75898" b="-135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919478" y="2159051"/>
            <a:ext cx="6600825" cy="7464914"/>
          </a:xfrm>
          <a:custGeom>
            <a:avLst/>
            <a:gdLst/>
            <a:ahLst/>
            <a:cxnLst/>
            <a:rect r="r" b="b" t="t" l="l"/>
            <a:pathLst>
              <a:path h="7464914" w="6600825">
                <a:moveTo>
                  <a:pt x="0" y="0"/>
                </a:moveTo>
                <a:lnTo>
                  <a:pt x="6600825" y="0"/>
                </a:lnTo>
                <a:lnTo>
                  <a:pt x="6600825" y="7464914"/>
                </a:lnTo>
                <a:lnTo>
                  <a:pt x="0" y="7464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675753" y="2712301"/>
            <a:ext cx="504825" cy="504825"/>
            <a:chOff x="0" y="0"/>
            <a:chExt cx="504825" cy="504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452228" y="1146496"/>
            <a:ext cx="504825" cy="504825"/>
            <a:chOff x="0" y="0"/>
            <a:chExt cx="504825" cy="504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6705078" y="9376858"/>
            <a:ext cx="504825" cy="504825"/>
            <a:chOff x="0" y="0"/>
            <a:chExt cx="504825" cy="5048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4571" cy="504698"/>
            </a:xfrm>
            <a:custGeom>
              <a:avLst/>
              <a:gdLst/>
              <a:ahLst/>
              <a:cxnLst/>
              <a:rect r="r" b="b" t="t" l="l"/>
              <a:pathLst>
                <a:path h="504698" w="504571">
                  <a:moveTo>
                    <a:pt x="252730" y="142367"/>
                  </a:moveTo>
                  <a:lnTo>
                    <a:pt x="252730" y="158115"/>
                  </a:lnTo>
                  <a:lnTo>
                    <a:pt x="268478" y="158115"/>
                  </a:lnTo>
                  <a:lnTo>
                    <a:pt x="268478" y="185674"/>
                  </a:lnTo>
                  <a:lnTo>
                    <a:pt x="284226" y="185674"/>
                  </a:lnTo>
                  <a:lnTo>
                    <a:pt x="284226" y="201422"/>
                  </a:lnTo>
                  <a:lnTo>
                    <a:pt x="303911" y="201422"/>
                  </a:lnTo>
                  <a:lnTo>
                    <a:pt x="303911" y="221107"/>
                  </a:lnTo>
                  <a:lnTo>
                    <a:pt x="331470" y="221107"/>
                  </a:lnTo>
                  <a:lnTo>
                    <a:pt x="331470" y="236855"/>
                  </a:lnTo>
                  <a:lnTo>
                    <a:pt x="351155" y="236855"/>
                  </a:lnTo>
                  <a:lnTo>
                    <a:pt x="351155" y="252730"/>
                  </a:lnTo>
                  <a:lnTo>
                    <a:pt x="327914" y="252730"/>
                  </a:lnTo>
                  <a:lnTo>
                    <a:pt x="327914" y="268478"/>
                  </a:lnTo>
                  <a:lnTo>
                    <a:pt x="312166" y="268478"/>
                  </a:lnTo>
                  <a:lnTo>
                    <a:pt x="312166" y="288290"/>
                  </a:lnTo>
                  <a:lnTo>
                    <a:pt x="296291" y="288290"/>
                  </a:lnTo>
                  <a:lnTo>
                    <a:pt x="296291" y="300101"/>
                  </a:lnTo>
                  <a:lnTo>
                    <a:pt x="284480" y="300101"/>
                  </a:lnTo>
                  <a:lnTo>
                    <a:pt x="284480" y="315849"/>
                  </a:lnTo>
                  <a:lnTo>
                    <a:pt x="272669" y="315849"/>
                  </a:lnTo>
                  <a:lnTo>
                    <a:pt x="272669" y="331597"/>
                  </a:lnTo>
                  <a:lnTo>
                    <a:pt x="256794" y="331597"/>
                  </a:lnTo>
                  <a:lnTo>
                    <a:pt x="256794" y="351282"/>
                  </a:lnTo>
                  <a:lnTo>
                    <a:pt x="237109" y="351282"/>
                  </a:lnTo>
                  <a:lnTo>
                    <a:pt x="237109" y="331597"/>
                  </a:lnTo>
                  <a:lnTo>
                    <a:pt x="221361" y="331597"/>
                  </a:lnTo>
                  <a:lnTo>
                    <a:pt x="221361" y="304038"/>
                  </a:lnTo>
                  <a:lnTo>
                    <a:pt x="205613" y="304038"/>
                  </a:lnTo>
                  <a:lnTo>
                    <a:pt x="205613" y="288290"/>
                  </a:lnTo>
                  <a:lnTo>
                    <a:pt x="185801" y="288290"/>
                  </a:lnTo>
                  <a:lnTo>
                    <a:pt x="185801" y="268605"/>
                  </a:lnTo>
                  <a:lnTo>
                    <a:pt x="158242" y="268605"/>
                  </a:lnTo>
                  <a:lnTo>
                    <a:pt x="158242" y="252730"/>
                  </a:lnTo>
                  <a:lnTo>
                    <a:pt x="142494" y="252730"/>
                  </a:lnTo>
                  <a:lnTo>
                    <a:pt x="142494" y="236982"/>
                  </a:lnTo>
                  <a:lnTo>
                    <a:pt x="173990" y="236982"/>
                  </a:lnTo>
                  <a:lnTo>
                    <a:pt x="173990" y="221234"/>
                  </a:lnTo>
                  <a:lnTo>
                    <a:pt x="189738" y="221234"/>
                  </a:lnTo>
                  <a:lnTo>
                    <a:pt x="189738" y="205486"/>
                  </a:lnTo>
                  <a:lnTo>
                    <a:pt x="205486" y="205486"/>
                  </a:lnTo>
                  <a:lnTo>
                    <a:pt x="205486" y="189738"/>
                  </a:lnTo>
                  <a:lnTo>
                    <a:pt x="221234" y="189738"/>
                  </a:lnTo>
                  <a:lnTo>
                    <a:pt x="221234" y="173863"/>
                  </a:lnTo>
                  <a:lnTo>
                    <a:pt x="236982" y="173863"/>
                  </a:lnTo>
                  <a:lnTo>
                    <a:pt x="236982" y="142367"/>
                  </a:lnTo>
                  <a:close/>
                  <a:moveTo>
                    <a:pt x="236982" y="0"/>
                  </a:moveTo>
                  <a:lnTo>
                    <a:pt x="236982" y="47371"/>
                  </a:lnTo>
                  <a:lnTo>
                    <a:pt x="221234" y="47371"/>
                  </a:lnTo>
                  <a:lnTo>
                    <a:pt x="221234" y="94869"/>
                  </a:lnTo>
                  <a:lnTo>
                    <a:pt x="205486" y="94869"/>
                  </a:lnTo>
                  <a:lnTo>
                    <a:pt x="205486" y="142240"/>
                  </a:lnTo>
                  <a:lnTo>
                    <a:pt x="189738" y="142240"/>
                  </a:lnTo>
                  <a:lnTo>
                    <a:pt x="189738" y="157988"/>
                  </a:lnTo>
                  <a:lnTo>
                    <a:pt x="173863" y="157988"/>
                  </a:lnTo>
                  <a:lnTo>
                    <a:pt x="173863" y="173736"/>
                  </a:lnTo>
                  <a:lnTo>
                    <a:pt x="158115" y="173736"/>
                  </a:lnTo>
                  <a:lnTo>
                    <a:pt x="158115" y="189484"/>
                  </a:lnTo>
                  <a:lnTo>
                    <a:pt x="126365" y="189484"/>
                  </a:lnTo>
                  <a:lnTo>
                    <a:pt x="126365" y="205232"/>
                  </a:lnTo>
                  <a:lnTo>
                    <a:pt x="94869" y="205232"/>
                  </a:lnTo>
                  <a:lnTo>
                    <a:pt x="94869" y="220980"/>
                  </a:lnTo>
                  <a:lnTo>
                    <a:pt x="47371" y="220980"/>
                  </a:lnTo>
                  <a:lnTo>
                    <a:pt x="47371" y="236728"/>
                  </a:lnTo>
                  <a:lnTo>
                    <a:pt x="0" y="236728"/>
                  </a:lnTo>
                  <a:lnTo>
                    <a:pt x="0" y="252730"/>
                  </a:lnTo>
                  <a:lnTo>
                    <a:pt x="23622" y="252730"/>
                  </a:lnTo>
                  <a:lnTo>
                    <a:pt x="23622" y="268478"/>
                  </a:lnTo>
                  <a:lnTo>
                    <a:pt x="78994" y="268478"/>
                  </a:lnTo>
                  <a:lnTo>
                    <a:pt x="78994" y="284226"/>
                  </a:lnTo>
                  <a:lnTo>
                    <a:pt x="126365" y="284226"/>
                  </a:lnTo>
                  <a:lnTo>
                    <a:pt x="126365" y="299974"/>
                  </a:lnTo>
                  <a:lnTo>
                    <a:pt x="142113" y="299974"/>
                  </a:lnTo>
                  <a:lnTo>
                    <a:pt x="142113" y="315722"/>
                  </a:lnTo>
                  <a:lnTo>
                    <a:pt x="157861" y="315722"/>
                  </a:lnTo>
                  <a:lnTo>
                    <a:pt x="157861" y="331470"/>
                  </a:lnTo>
                  <a:lnTo>
                    <a:pt x="173609" y="331470"/>
                  </a:lnTo>
                  <a:lnTo>
                    <a:pt x="173609" y="347218"/>
                  </a:lnTo>
                  <a:lnTo>
                    <a:pt x="189357" y="347218"/>
                  </a:lnTo>
                  <a:lnTo>
                    <a:pt x="189357" y="363220"/>
                  </a:lnTo>
                  <a:lnTo>
                    <a:pt x="205105" y="363220"/>
                  </a:lnTo>
                  <a:lnTo>
                    <a:pt x="205105" y="394716"/>
                  </a:lnTo>
                  <a:lnTo>
                    <a:pt x="220980" y="394716"/>
                  </a:lnTo>
                  <a:lnTo>
                    <a:pt x="220980" y="442087"/>
                  </a:lnTo>
                  <a:lnTo>
                    <a:pt x="236728" y="442087"/>
                  </a:lnTo>
                  <a:lnTo>
                    <a:pt x="236728" y="504698"/>
                  </a:lnTo>
                  <a:lnTo>
                    <a:pt x="252730" y="504698"/>
                  </a:lnTo>
                  <a:lnTo>
                    <a:pt x="252730" y="473964"/>
                  </a:lnTo>
                  <a:lnTo>
                    <a:pt x="268478" y="473964"/>
                  </a:lnTo>
                  <a:lnTo>
                    <a:pt x="268478" y="426593"/>
                  </a:lnTo>
                  <a:lnTo>
                    <a:pt x="284226" y="426593"/>
                  </a:lnTo>
                  <a:lnTo>
                    <a:pt x="284226" y="379222"/>
                  </a:lnTo>
                  <a:lnTo>
                    <a:pt x="299974" y="379222"/>
                  </a:lnTo>
                  <a:lnTo>
                    <a:pt x="299974" y="347599"/>
                  </a:lnTo>
                  <a:lnTo>
                    <a:pt x="315722" y="347599"/>
                  </a:lnTo>
                  <a:lnTo>
                    <a:pt x="315722" y="331851"/>
                  </a:lnTo>
                  <a:lnTo>
                    <a:pt x="331470" y="331851"/>
                  </a:lnTo>
                  <a:lnTo>
                    <a:pt x="331470" y="316103"/>
                  </a:lnTo>
                  <a:lnTo>
                    <a:pt x="347218" y="316103"/>
                  </a:lnTo>
                  <a:lnTo>
                    <a:pt x="347218" y="300355"/>
                  </a:lnTo>
                  <a:lnTo>
                    <a:pt x="378968" y="300355"/>
                  </a:lnTo>
                  <a:lnTo>
                    <a:pt x="378968" y="284480"/>
                  </a:lnTo>
                  <a:lnTo>
                    <a:pt x="426339" y="284480"/>
                  </a:lnTo>
                  <a:lnTo>
                    <a:pt x="426339" y="268732"/>
                  </a:lnTo>
                  <a:lnTo>
                    <a:pt x="469773" y="268732"/>
                  </a:lnTo>
                  <a:lnTo>
                    <a:pt x="469773" y="252730"/>
                  </a:lnTo>
                  <a:lnTo>
                    <a:pt x="504571" y="252730"/>
                  </a:lnTo>
                  <a:lnTo>
                    <a:pt x="504571" y="236982"/>
                  </a:lnTo>
                  <a:lnTo>
                    <a:pt x="442341" y="236982"/>
                  </a:lnTo>
                  <a:lnTo>
                    <a:pt x="442341" y="221234"/>
                  </a:lnTo>
                  <a:lnTo>
                    <a:pt x="394970" y="221234"/>
                  </a:lnTo>
                  <a:lnTo>
                    <a:pt x="394970" y="205486"/>
                  </a:lnTo>
                  <a:lnTo>
                    <a:pt x="363347" y="205486"/>
                  </a:lnTo>
                  <a:lnTo>
                    <a:pt x="363347" y="189738"/>
                  </a:lnTo>
                  <a:lnTo>
                    <a:pt x="347599" y="189738"/>
                  </a:lnTo>
                  <a:lnTo>
                    <a:pt x="347599" y="173863"/>
                  </a:lnTo>
                  <a:lnTo>
                    <a:pt x="331851" y="173863"/>
                  </a:lnTo>
                  <a:lnTo>
                    <a:pt x="331851" y="158115"/>
                  </a:lnTo>
                  <a:lnTo>
                    <a:pt x="316103" y="158115"/>
                  </a:lnTo>
                  <a:lnTo>
                    <a:pt x="316103" y="142367"/>
                  </a:lnTo>
                  <a:lnTo>
                    <a:pt x="300355" y="142367"/>
                  </a:lnTo>
                  <a:lnTo>
                    <a:pt x="300355" y="126365"/>
                  </a:lnTo>
                  <a:lnTo>
                    <a:pt x="284480" y="126365"/>
                  </a:lnTo>
                  <a:lnTo>
                    <a:pt x="284480" y="78994"/>
                  </a:lnTo>
                  <a:lnTo>
                    <a:pt x="268732" y="78994"/>
                  </a:lnTo>
                  <a:lnTo>
                    <a:pt x="268732" y="19685"/>
                  </a:lnTo>
                  <a:lnTo>
                    <a:pt x="252730" y="19685"/>
                  </a:lnTo>
                  <a:lnTo>
                    <a:pt x="252730" y="0"/>
                  </a:lnTo>
                  <a:close/>
                </a:path>
              </a:pathLst>
            </a:custGeom>
            <a:solidFill>
              <a:srgbClr val="242424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928604" y="622935"/>
            <a:ext cx="1104900" cy="1028700"/>
          </a:xfrm>
          <a:custGeom>
            <a:avLst/>
            <a:gdLst/>
            <a:ahLst/>
            <a:cxnLst/>
            <a:rect r="r" b="b" t="t" l="l"/>
            <a:pathLst>
              <a:path h="1028700" w="1104900">
                <a:moveTo>
                  <a:pt x="0" y="0"/>
                </a:moveTo>
                <a:lnTo>
                  <a:pt x="1104900" y="0"/>
                </a:lnTo>
                <a:lnTo>
                  <a:pt x="11049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2712301"/>
            <a:ext cx="7229475" cy="6648450"/>
          </a:xfrm>
          <a:custGeom>
            <a:avLst/>
            <a:gdLst/>
            <a:ahLst/>
            <a:cxnLst/>
            <a:rect r="r" b="b" t="t" l="l"/>
            <a:pathLst>
              <a:path h="6648450" w="7229475">
                <a:moveTo>
                  <a:pt x="0" y="0"/>
                </a:moveTo>
                <a:lnTo>
                  <a:pt x="7229475" y="0"/>
                </a:lnTo>
                <a:lnTo>
                  <a:pt x="72294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11" r="-12516" b="-3964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4102732" y="381114"/>
            <a:ext cx="9491053" cy="1521238"/>
            <a:chOff x="0" y="0"/>
            <a:chExt cx="9491053" cy="1521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91091" cy="1521206"/>
            </a:xfrm>
            <a:custGeom>
              <a:avLst/>
              <a:gdLst/>
              <a:ahLst/>
              <a:cxnLst/>
              <a:rect r="r" b="b" t="t" l="l"/>
              <a:pathLst>
                <a:path h="1521206" w="9491091">
                  <a:moveTo>
                    <a:pt x="0" y="0"/>
                  </a:moveTo>
                  <a:lnTo>
                    <a:pt x="9491091" y="0"/>
                  </a:lnTo>
                  <a:lnTo>
                    <a:pt x="9491091" y="1521206"/>
                  </a:lnTo>
                  <a:lnTo>
                    <a:pt x="0" y="1521206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7876140">
            <a:off x="-2426037" y="3220212"/>
            <a:ext cx="4907261" cy="4233053"/>
            <a:chOff x="0" y="0"/>
            <a:chExt cx="6543015" cy="56440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43040" cy="5644134"/>
            </a:xfrm>
            <a:custGeom>
              <a:avLst/>
              <a:gdLst/>
              <a:ahLst/>
              <a:cxnLst/>
              <a:rect r="r" b="b" t="t" l="l"/>
              <a:pathLst>
                <a:path h="5644134" w="6543040">
                  <a:moveTo>
                    <a:pt x="111506" y="5644134"/>
                  </a:moveTo>
                  <a:lnTo>
                    <a:pt x="6543040" y="0"/>
                  </a:lnTo>
                  <a:lnTo>
                    <a:pt x="3759835" y="56388"/>
                  </a:lnTo>
                  <a:lnTo>
                    <a:pt x="0" y="132461"/>
                  </a:lnTo>
                  <a:lnTo>
                    <a:pt x="111506" y="5644134"/>
                  </a:lnTo>
                  <a:close/>
                </a:path>
              </a:pathLst>
            </a:custGeom>
            <a:blipFill>
              <a:blip r:embed="rId2"/>
              <a:stretch>
                <a:fillRect l="0" t="-1282" r="-57092" b="-41375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919478" y="5928265"/>
            <a:ext cx="6599749" cy="3699577"/>
            <a:chOff x="0" y="0"/>
            <a:chExt cx="6599746" cy="36995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99809" cy="3699510"/>
            </a:xfrm>
            <a:custGeom>
              <a:avLst/>
              <a:gdLst/>
              <a:ahLst/>
              <a:cxnLst/>
              <a:rect r="r" b="b" t="t" l="l"/>
              <a:pathLst>
                <a:path h="3699510" w="6599809">
                  <a:moveTo>
                    <a:pt x="0" y="3699510"/>
                  </a:moveTo>
                  <a:lnTo>
                    <a:pt x="6599809" y="3699510"/>
                  </a:lnTo>
                  <a:lnTo>
                    <a:pt x="6599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855984" y="2095548"/>
            <a:ext cx="6515576" cy="3648561"/>
            <a:chOff x="0" y="0"/>
            <a:chExt cx="6515570" cy="36485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6388608" cy="3521583"/>
            </a:xfrm>
            <a:custGeom>
              <a:avLst/>
              <a:gdLst/>
              <a:ahLst/>
              <a:cxnLst/>
              <a:rect r="r" b="b" t="t" l="l"/>
              <a:pathLst>
                <a:path h="3521583" w="6388608">
                  <a:moveTo>
                    <a:pt x="0" y="3521583"/>
                  </a:moveTo>
                  <a:lnTo>
                    <a:pt x="6388608" y="3521583"/>
                  </a:lnTo>
                  <a:lnTo>
                    <a:pt x="63886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19785" y="616712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144000" y="2712301"/>
            <a:ext cx="7228656" cy="6645850"/>
            <a:chOff x="0" y="0"/>
            <a:chExt cx="7228662" cy="6645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8713" cy="6645910"/>
            </a:xfrm>
            <a:custGeom>
              <a:avLst/>
              <a:gdLst/>
              <a:ahLst/>
              <a:cxnLst/>
              <a:rect r="r" b="b" t="t" l="l"/>
              <a:pathLst>
                <a:path h="6645910" w="7228713">
                  <a:moveTo>
                    <a:pt x="0" y="6645910"/>
                  </a:moveTo>
                  <a:lnTo>
                    <a:pt x="7228713" y="6645910"/>
                  </a:lnTo>
                  <a:lnTo>
                    <a:pt x="72287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6452228" y="1146496"/>
            <a:ext cx="505692" cy="505692"/>
            <a:chOff x="0" y="0"/>
            <a:chExt cx="505689" cy="5056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6705078" y="9376858"/>
            <a:ext cx="505692" cy="505692"/>
            <a:chOff x="0" y="0"/>
            <a:chExt cx="505689" cy="5056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5714" cy="505714"/>
            </a:xfrm>
            <a:custGeom>
              <a:avLst/>
              <a:gdLst/>
              <a:ahLst/>
              <a:cxnLst/>
              <a:rect r="r" b="b" t="t" l="l"/>
              <a:pathLst>
                <a:path h="505714" w="505714">
                  <a:moveTo>
                    <a:pt x="0" y="505714"/>
                  </a:moveTo>
                  <a:lnTo>
                    <a:pt x="505714" y="505714"/>
                  </a:lnTo>
                  <a:lnTo>
                    <a:pt x="5057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369298" y="153295"/>
            <a:ext cx="9137028" cy="184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59"/>
              </a:lnSpc>
            </a:pPr>
            <a:r>
              <a:rPr lang="en-US" sz="10042" spc="3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PROJECT 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030055" y="380162"/>
            <a:ext cx="12206849" cy="1520190"/>
            <a:chOff x="0" y="0"/>
            <a:chExt cx="12206846" cy="1520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06859" cy="1520190"/>
            </a:xfrm>
            <a:custGeom>
              <a:avLst/>
              <a:gdLst/>
              <a:ahLst/>
              <a:cxnLst/>
              <a:rect r="r" b="b" t="t" l="l"/>
              <a:pathLst>
                <a:path h="1520190" w="12206859">
                  <a:moveTo>
                    <a:pt x="0" y="0"/>
                  </a:moveTo>
                  <a:lnTo>
                    <a:pt x="12206859" y="0"/>
                  </a:lnTo>
                  <a:lnTo>
                    <a:pt x="12206859" y="1520190"/>
                  </a:lnTo>
                  <a:lnTo>
                    <a:pt x="0" y="1520190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1953" y="2794302"/>
            <a:ext cx="17557509" cy="7004675"/>
          </a:xfrm>
          <a:custGeom>
            <a:avLst/>
            <a:gdLst/>
            <a:ahLst/>
            <a:cxnLst/>
            <a:rect r="r" b="b" t="t" l="l"/>
            <a:pathLst>
              <a:path h="7004675" w="17557509">
                <a:moveTo>
                  <a:pt x="0" y="0"/>
                </a:moveTo>
                <a:lnTo>
                  <a:pt x="17557509" y="0"/>
                </a:lnTo>
                <a:lnTo>
                  <a:pt x="17557509" y="7004675"/>
                </a:lnTo>
                <a:lnTo>
                  <a:pt x="0" y="7004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184" y="2987421"/>
            <a:ext cx="1133475" cy="1133475"/>
          </a:xfrm>
          <a:custGeom>
            <a:avLst/>
            <a:gdLst/>
            <a:ahLst/>
            <a:cxnLst/>
            <a:rect r="r" b="b" t="t" l="l"/>
            <a:pathLst>
              <a:path h="1133475" w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159594" y="5011722"/>
            <a:ext cx="1783585" cy="1181424"/>
            <a:chOff x="0" y="0"/>
            <a:chExt cx="1783575" cy="1181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3588" cy="1181481"/>
            </a:xfrm>
            <a:custGeom>
              <a:avLst/>
              <a:gdLst/>
              <a:ahLst/>
              <a:cxnLst/>
              <a:rect r="r" b="b" t="t" l="l"/>
              <a:pathLst>
                <a:path h="1181481" w="1783588">
                  <a:moveTo>
                    <a:pt x="0" y="1181481"/>
                  </a:moveTo>
                  <a:lnTo>
                    <a:pt x="1783588" y="1181481"/>
                  </a:lnTo>
                  <a:lnTo>
                    <a:pt x="17835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26883" y="6904263"/>
            <a:ext cx="3606079" cy="1859470"/>
            <a:chOff x="0" y="0"/>
            <a:chExt cx="3606076" cy="1859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473450" cy="745363"/>
            </a:xfrm>
            <a:custGeom>
              <a:avLst/>
              <a:gdLst/>
              <a:ahLst/>
              <a:cxnLst/>
              <a:rect r="r" b="b" t="t" l="l"/>
              <a:pathLst>
                <a:path h="745363" w="3473450">
                  <a:moveTo>
                    <a:pt x="0" y="745363"/>
                  </a:moveTo>
                  <a:lnTo>
                    <a:pt x="3473450" y="745363"/>
                  </a:lnTo>
                  <a:lnTo>
                    <a:pt x="34734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246503" y="67183"/>
              <a:ext cx="1296035" cy="1728724"/>
            </a:xfrm>
            <a:custGeom>
              <a:avLst/>
              <a:gdLst/>
              <a:ahLst/>
              <a:cxnLst/>
              <a:rect r="r" b="b" t="t" l="l"/>
              <a:pathLst>
                <a:path h="1728724" w="1296035">
                  <a:moveTo>
                    <a:pt x="0" y="1728724"/>
                  </a:moveTo>
                  <a:lnTo>
                    <a:pt x="1296035" y="1728724"/>
                  </a:lnTo>
                  <a:lnTo>
                    <a:pt x="12960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4380033" y="5014912"/>
            <a:ext cx="630965" cy="1071467"/>
            <a:chOff x="0" y="0"/>
            <a:chExt cx="630961" cy="1071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0936" cy="1071499"/>
            </a:xfrm>
            <a:custGeom>
              <a:avLst/>
              <a:gdLst/>
              <a:ahLst/>
              <a:cxnLst/>
              <a:rect r="r" b="b" t="t" l="l"/>
              <a:pathLst>
                <a:path h="1071499" w="630936">
                  <a:moveTo>
                    <a:pt x="0" y="1071499"/>
                  </a:moveTo>
                  <a:lnTo>
                    <a:pt x="630936" y="1071499"/>
                  </a:lnTo>
                  <a:lnTo>
                    <a:pt x="6309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6035764" y="3979764"/>
            <a:ext cx="1425445" cy="326136"/>
            <a:chOff x="0" y="0"/>
            <a:chExt cx="1425448" cy="3261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5448" cy="326136"/>
            </a:xfrm>
            <a:custGeom>
              <a:avLst/>
              <a:gdLst/>
              <a:ahLst/>
              <a:cxnLst/>
              <a:rect r="r" b="b" t="t" l="l"/>
              <a:pathLst>
                <a:path h="326136" w="1425448">
                  <a:moveTo>
                    <a:pt x="0" y="326136"/>
                  </a:moveTo>
                  <a:lnTo>
                    <a:pt x="1425448" y="326136"/>
                  </a:lnTo>
                  <a:lnTo>
                    <a:pt x="1425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773113" y="8030032"/>
            <a:ext cx="292056" cy="754380"/>
            <a:chOff x="0" y="0"/>
            <a:chExt cx="292062" cy="7543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100" cy="754380"/>
            </a:xfrm>
            <a:custGeom>
              <a:avLst/>
              <a:gdLst/>
              <a:ahLst/>
              <a:cxnLst/>
              <a:rect r="r" b="b" t="t" l="l"/>
              <a:pathLst>
                <a:path h="754380" w="292100">
                  <a:moveTo>
                    <a:pt x="0" y="754380"/>
                  </a:moveTo>
                  <a:lnTo>
                    <a:pt x="292100" y="754380"/>
                  </a:lnTo>
                  <a:lnTo>
                    <a:pt x="29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643603" y="5950658"/>
            <a:ext cx="1147772" cy="1193768"/>
            <a:chOff x="0" y="0"/>
            <a:chExt cx="1147775" cy="11937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7826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47826">
                  <a:moveTo>
                    <a:pt x="0" y="1193800"/>
                  </a:moveTo>
                  <a:lnTo>
                    <a:pt x="1147826" y="1193800"/>
                  </a:lnTo>
                  <a:lnTo>
                    <a:pt x="11478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7754464" y="8025975"/>
            <a:ext cx="914333" cy="762486"/>
            <a:chOff x="0" y="0"/>
            <a:chExt cx="914336" cy="7624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762508"/>
            </a:xfrm>
            <a:custGeom>
              <a:avLst/>
              <a:gdLst/>
              <a:ahLst/>
              <a:cxnLst/>
              <a:rect r="r" b="b" t="t" l="l"/>
              <a:pathLst>
                <a:path h="762508" w="914400">
                  <a:moveTo>
                    <a:pt x="0" y="762508"/>
                  </a:moveTo>
                  <a:lnTo>
                    <a:pt x="914400" y="762508"/>
                  </a:lnTo>
                  <a:lnTo>
                    <a:pt x="914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9149810" y="4357449"/>
            <a:ext cx="80505" cy="871318"/>
            <a:chOff x="0" y="0"/>
            <a:chExt cx="80505" cy="8713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518" cy="871347"/>
            </a:xfrm>
            <a:custGeom>
              <a:avLst/>
              <a:gdLst/>
              <a:ahLst/>
              <a:cxnLst/>
              <a:rect r="r" b="b" t="t" l="l"/>
              <a:pathLst>
                <a:path h="871347" w="80518">
                  <a:moveTo>
                    <a:pt x="0" y="871347"/>
                  </a:moveTo>
                  <a:lnTo>
                    <a:pt x="80518" y="871347"/>
                  </a:lnTo>
                  <a:lnTo>
                    <a:pt x="805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397765" y="5951563"/>
            <a:ext cx="983790" cy="1310202"/>
            <a:chOff x="0" y="0"/>
            <a:chExt cx="983793" cy="1310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3742" cy="1310259"/>
            </a:xfrm>
            <a:custGeom>
              <a:avLst/>
              <a:gdLst/>
              <a:ahLst/>
              <a:cxnLst/>
              <a:rect r="r" b="b" t="t" l="l"/>
              <a:pathLst>
                <a:path h="1310259" w="983742">
                  <a:moveTo>
                    <a:pt x="0" y="1310259"/>
                  </a:moveTo>
                  <a:lnTo>
                    <a:pt x="983742" y="1310259"/>
                  </a:lnTo>
                  <a:lnTo>
                    <a:pt x="9837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0979772" y="4108761"/>
            <a:ext cx="765496" cy="238363"/>
            <a:chOff x="0" y="0"/>
            <a:chExt cx="765492" cy="2383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5556" cy="238379"/>
            </a:xfrm>
            <a:custGeom>
              <a:avLst/>
              <a:gdLst/>
              <a:ahLst/>
              <a:cxnLst/>
              <a:rect r="r" b="b" t="t" l="l"/>
              <a:pathLst>
                <a:path h="238379" w="765556">
                  <a:moveTo>
                    <a:pt x="0" y="238379"/>
                  </a:moveTo>
                  <a:lnTo>
                    <a:pt x="765556" y="238379"/>
                  </a:lnTo>
                  <a:lnTo>
                    <a:pt x="7655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2988604" y="5143500"/>
            <a:ext cx="19050" cy="1098842"/>
            <a:chOff x="0" y="0"/>
            <a:chExt cx="19050" cy="10988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50" cy="1098804"/>
            </a:xfrm>
            <a:custGeom>
              <a:avLst/>
              <a:gdLst/>
              <a:ahLst/>
              <a:cxnLst/>
              <a:rect r="r" b="b" t="t" l="l"/>
              <a:pathLst>
                <a:path h="1098804" w="19050">
                  <a:moveTo>
                    <a:pt x="0" y="1098804"/>
                  </a:moveTo>
                  <a:lnTo>
                    <a:pt x="19050" y="1098804"/>
                  </a:lnTo>
                  <a:lnTo>
                    <a:pt x="190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3763492" y="5135242"/>
            <a:ext cx="2129676" cy="1233602"/>
            <a:chOff x="0" y="0"/>
            <a:chExt cx="2129676" cy="12336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29663" cy="1233551"/>
            </a:xfrm>
            <a:custGeom>
              <a:avLst/>
              <a:gdLst/>
              <a:ahLst/>
              <a:cxnLst/>
              <a:rect r="r" b="b" t="t" l="l"/>
              <a:pathLst>
                <a:path h="1233551" w="2129663">
                  <a:moveTo>
                    <a:pt x="0" y="1233551"/>
                  </a:moveTo>
                  <a:lnTo>
                    <a:pt x="2129663" y="1233551"/>
                  </a:lnTo>
                  <a:lnTo>
                    <a:pt x="212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4064644" y="7248354"/>
            <a:ext cx="1992620" cy="1453896"/>
            <a:chOff x="0" y="0"/>
            <a:chExt cx="1992617" cy="14538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92630" cy="1453896"/>
            </a:xfrm>
            <a:custGeom>
              <a:avLst/>
              <a:gdLst/>
              <a:ahLst/>
              <a:cxnLst/>
              <a:rect r="r" b="b" t="t" l="l"/>
              <a:pathLst>
                <a:path h="1453896" w="1992630">
                  <a:moveTo>
                    <a:pt x="0" y="1453896"/>
                  </a:moveTo>
                  <a:lnTo>
                    <a:pt x="1992630" y="1453896"/>
                  </a:lnTo>
                  <a:lnTo>
                    <a:pt x="19926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16658882" y="7256059"/>
            <a:ext cx="19050" cy="985418"/>
            <a:chOff x="0" y="0"/>
            <a:chExt cx="19050" cy="9854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050" cy="985393"/>
            </a:xfrm>
            <a:custGeom>
              <a:avLst/>
              <a:gdLst/>
              <a:ahLst/>
              <a:cxnLst/>
              <a:rect r="r" b="b" t="t" l="l"/>
              <a:pathLst>
                <a:path h="985393" w="19050">
                  <a:moveTo>
                    <a:pt x="0" y="985393"/>
                  </a:moveTo>
                  <a:lnTo>
                    <a:pt x="19050" y="985393"/>
                  </a:lnTo>
                  <a:lnTo>
                    <a:pt x="190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260775" y="3315662"/>
            <a:ext cx="1958388" cy="52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4F4F4"/>
                </a:solidFill>
                <a:latin typeface="Retropix"/>
                <a:ea typeface="Retropix"/>
                <a:cs typeface="Retropix"/>
                <a:sym typeface="Retropix"/>
              </a:rPr>
              <a:t>FEATHERDB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17559" y="4427582"/>
            <a:ext cx="942184" cy="30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b="true" sz="16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Wasi 143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45735" y="5452043"/>
            <a:ext cx="1199055" cy="30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b="true" sz="16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Safwan 117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900778" y="8455904"/>
            <a:ext cx="1565872" cy="59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b="true" sz="16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Handle Special Characters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41977" y="4539863"/>
            <a:ext cx="930240" cy="33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Saif 106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7414" y="8013983"/>
            <a:ext cx="518227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REPL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7766" y="6495364"/>
            <a:ext cx="1544136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Query Execution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86627" y="9004716"/>
            <a:ext cx="1360265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Error Handling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84700" y="6391780"/>
            <a:ext cx="1176957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CLI Interface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024915" y="8986533"/>
            <a:ext cx="1187301" cy="53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Alter without Corruption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521663" y="7448007"/>
            <a:ext cx="1425159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Storage Engine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719604" y="8986533"/>
            <a:ext cx="1058170" cy="53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Store table, Schemas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99580" y="7566241"/>
            <a:ext cx="1036444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File Engine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26353" y="6552514"/>
            <a:ext cx="1166146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SQL Parsing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70759" y="8899941"/>
            <a:ext cx="1921945" cy="53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Data types, Columns And Values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038443" y="6670758"/>
            <a:ext cx="1284837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Tokenize SQL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95488" y="1003754"/>
            <a:ext cx="11909479" cy="1564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9999" spc="33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WORK DISTRIBUTION</a:t>
            </a:r>
          </a:p>
          <a:p>
            <a:pPr algn="ctr">
              <a:lnSpc>
                <a:spcPts val="9192"/>
              </a:lnSpc>
            </a:pPr>
            <a:r>
              <a:rPr lang="en-US" sz="3677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Separate tasks, shared suffering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399457" y="242126"/>
            <a:ext cx="5397398" cy="1276350"/>
            <a:chOff x="0" y="0"/>
            <a:chExt cx="5397398" cy="1276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7373" cy="1276350"/>
            </a:xfrm>
            <a:custGeom>
              <a:avLst/>
              <a:gdLst/>
              <a:ahLst/>
              <a:cxnLst/>
              <a:rect r="r" b="b" t="t" l="l"/>
              <a:pathLst>
                <a:path h="1276350" w="5397373">
                  <a:moveTo>
                    <a:pt x="0" y="0"/>
                  </a:moveTo>
                  <a:lnTo>
                    <a:pt x="5397373" y="0"/>
                  </a:lnTo>
                  <a:lnTo>
                    <a:pt x="5397373" y="1276350"/>
                  </a:lnTo>
                  <a:lnTo>
                    <a:pt x="0" y="1276350"/>
                  </a:lnTo>
                  <a:lnTo>
                    <a:pt x="0" y="0"/>
                  </a:lnTo>
                </a:path>
              </a:pathLst>
            </a:custGeom>
            <a:solidFill>
              <a:srgbClr val="68FD7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289148"/>
            <a:ext cx="5993882" cy="3997852"/>
          </a:xfrm>
          <a:custGeom>
            <a:avLst/>
            <a:gdLst/>
            <a:ahLst/>
            <a:cxnLst/>
            <a:rect r="r" b="b" t="t" l="l"/>
            <a:pathLst>
              <a:path h="3997852" w="5993882">
                <a:moveTo>
                  <a:pt x="0" y="0"/>
                </a:moveTo>
                <a:lnTo>
                  <a:pt x="5993882" y="0"/>
                </a:lnTo>
                <a:lnTo>
                  <a:pt x="5993882" y="3997852"/>
                </a:lnTo>
                <a:lnTo>
                  <a:pt x="0" y="3997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722" t="0" r="0" b="-5319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89100" y="-2641778"/>
            <a:ext cx="8660778" cy="5689225"/>
          </a:xfrm>
          <a:custGeom>
            <a:avLst/>
            <a:gdLst/>
            <a:ahLst/>
            <a:cxnLst/>
            <a:rect r="r" b="b" t="t" l="l"/>
            <a:pathLst>
              <a:path h="5689225" w="8660778">
                <a:moveTo>
                  <a:pt x="0" y="0"/>
                </a:moveTo>
                <a:lnTo>
                  <a:pt x="8660778" y="0"/>
                </a:lnTo>
                <a:lnTo>
                  <a:pt x="8660778" y="5689226"/>
                </a:lnTo>
                <a:lnTo>
                  <a:pt x="0" y="56892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69310" y="8661883"/>
            <a:ext cx="971550" cy="971550"/>
          </a:xfrm>
          <a:custGeom>
            <a:avLst/>
            <a:gdLst/>
            <a:ahLst/>
            <a:cxnLst/>
            <a:rect r="r" b="b" t="t" l="l"/>
            <a:pathLst>
              <a:path h="971550" w="971550">
                <a:moveTo>
                  <a:pt x="0" y="0"/>
                </a:moveTo>
                <a:lnTo>
                  <a:pt x="971550" y="0"/>
                </a:lnTo>
                <a:lnTo>
                  <a:pt x="97155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1518476"/>
            <a:ext cx="16021050" cy="8768524"/>
          </a:xfrm>
          <a:custGeom>
            <a:avLst/>
            <a:gdLst/>
            <a:ahLst/>
            <a:cxnLst/>
            <a:rect r="r" b="b" t="t" l="l"/>
            <a:pathLst>
              <a:path h="8768524" w="16021050">
                <a:moveTo>
                  <a:pt x="0" y="0"/>
                </a:moveTo>
                <a:lnTo>
                  <a:pt x="16021050" y="0"/>
                </a:lnTo>
                <a:lnTo>
                  <a:pt x="16021050" y="8768524"/>
                </a:lnTo>
                <a:lnTo>
                  <a:pt x="0" y="87685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5911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1696260">
            <a:off x="7726375" y="5537483"/>
            <a:ext cx="2114560" cy="1790710"/>
            <a:chOff x="0" y="0"/>
            <a:chExt cx="2819413" cy="23876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9400" cy="2387600"/>
            </a:xfrm>
            <a:custGeom>
              <a:avLst/>
              <a:gdLst/>
              <a:ahLst/>
              <a:cxnLst/>
              <a:rect r="r" b="b" t="t" l="l"/>
              <a:pathLst>
                <a:path h="2387600" w="2819400">
                  <a:moveTo>
                    <a:pt x="0" y="0"/>
                  </a:moveTo>
                  <a:lnTo>
                    <a:pt x="0" y="2387600"/>
                  </a:lnTo>
                  <a:lnTo>
                    <a:pt x="2819400" y="2387600"/>
                  </a:lnTo>
                  <a:lnTo>
                    <a:pt x="28194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3023740" y="4216089"/>
            <a:ext cx="1836868" cy="358140"/>
            <a:chOff x="0" y="0"/>
            <a:chExt cx="1836864" cy="358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6928" cy="358140"/>
            </a:xfrm>
            <a:custGeom>
              <a:avLst/>
              <a:gdLst/>
              <a:ahLst/>
              <a:cxnLst/>
              <a:rect r="r" b="b" t="t" l="l"/>
              <a:pathLst>
                <a:path h="358140" w="1836928">
                  <a:moveTo>
                    <a:pt x="0" y="0"/>
                  </a:moveTo>
                  <a:lnTo>
                    <a:pt x="0" y="358140"/>
                  </a:lnTo>
                  <a:lnTo>
                    <a:pt x="1836928" y="358140"/>
                  </a:lnTo>
                  <a:lnTo>
                    <a:pt x="183692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830326" y="4216089"/>
            <a:ext cx="1836868" cy="358140"/>
            <a:chOff x="0" y="0"/>
            <a:chExt cx="1836864" cy="358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6928" cy="358140"/>
            </a:xfrm>
            <a:custGeom>
              <a:avLst/>
              <a:gdLst/>
              <a:ahLst/>
              <a:cxnLst/>
              <a:rect r="r" b="b" t="t" l="l"/>
              <a:pathLst>
                <a:path h="358140" w="1836928">
                  <a:moveTo>
                    <a:pt x="0" y="0"/>
                  </a:moveTo>
                  <a:lnTo>
                    <a:pt x="0" y="358140"/>
                  </a:lnTo>
                  <a:lnTo>
                    <a:pt x="1836928" y="358140"/>
                  </a:lnTo>
                  <a:lnTo>
                    <a:pt x="183692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673117" y="0"/>
            <a:ext cx="5614883" cy="3117914"/>
            <a:chOff x="0" y="0"/>
            <a:chExt cx="5614886" cy="31179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14924" cy="3117850"/>
            </a:xfrm>
            <a:custGeom>
              <a:avLst/>
              <a:gdLst/>
              <a:ahLst/>
              <a:cxnLst/>
              <a:rect r="r" b="b" t="t" l="l"/>
              <a:pathLst>
                <a:path h="3117850" w="5614924">
                  <a:moveTo>
                    <a:pt x="0" y="0"/>
                  </a:moveTo>
                  <a:lnTo>
                    <a:pt x="0" y="3117850"/>
                  </a:lnTo>
                  <a:lnTo>
                    <a:pt x="5614924" y="3117850"/>
                  </a:lnTo>
                  <a:lnTo>
                    <a:pt x="56149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905887" y="9518247"/>
            <a:ext cx="76086" cy="41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6718" y="9889007"/>
            <a:ext cx="2249319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199">
                <a:solidFill>
                  <a:srgbClr val="F4F4F4"/>
                </a:solidFill>
                <a:latin typeface="Arimo"/>
                <a:ea typeface="Arimo"/>
                <a:cs typeface="Arimo"/>
                <a:sym typeface="Arimo"/>
              </a:rPr>
              <a:t>Plan? What plan?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99457" y="743807"/>
            <a:ext cx="5505250" cy="192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9999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TIME LINE</a:t>
            </a:r>
          </a:p>
          <a:p>
            <a:pPr algn="ctr">
              <a:lnSpc>
                <a:spcPts val="9748"/>
              </a:lnSpc>
            </a:pPr>
            <a:r>
              <a:rPr lang="en-US" sz="3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Weeks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9589" y="2913259"/>
            <a:ext cx="2438143" cy="46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3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Tasks</a:t>
            </a:r>
          </a:p>
          <a:p>
            <a:pPr algn="l">
              <a:lnSpc>
                <a:spcPts val="3366"/>
              </a:lnSpc>
            </a:pPr>
            <a:r>
              <a:rPr lang="en-US" sz="24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Formation Proposal Project Setup Fundamentals Storage,Parsing</a:t>
            </a:r>
          </a:p>
          <a:p>
            <a:pPr algn="l">
              <a:lnSpc>
                <a:spcPts val="3246"/>
              </a:lnSpc>
            </a:pPr>
            <a:r>
              <a:rPr lang="en-US" sz="2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 Dev</a:t>
            </a:r>
          </a:p>
          <a:p>
            <a:pPr algn="l">
              <a:lnSpc>
                <a:spcPts val="4095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Testing Documentation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61758" y="2999356"/>
            <a:ext cx="815026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1 - 2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7081" y="2999356"/>
            <a:ext cx="835219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3 - 4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27543" y="2999356"/>
            <a:ext cx="851545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5 - 6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33959" y="2999356"/>
            <a:ext cx="820350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7 - 8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65322" y="2999356"/>
            <a:ext cx="965778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9 - 10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83758" y="2999356"/>
            <a:ext cx="950185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11 - 12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86853" y="2999356"/>
            <a:ext cx="1067324" cy="53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13 - 14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30497" y="7411917"/>
            <a:ext cx="166017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spc="403">
                <a:solidFill>
                  <a:srgbClr val="00BF6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curr*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8404" y="9137247"/>
            <a:ext cx="6026144" cy="40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Progress doesn't care if you're confident 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8404" y="9527772"/>
            <a:ext cx="5386740" cy="40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clueless. Itonly cares if you're moving.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45760" y="8749179"/>
            <a:ext cx="8239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82807" y="9165822"/>
            <a:ext cx="2711758" cy="37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Don’t Procastrinate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0042" y="8692029"/>
            <a:ext cx="93696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Note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77892" y="8692029"/>
            <a:ext cx="108968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ToDo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3481826" cy="1120550"/>
          </a:xfrm>
          <a:custGeom>
            <a:avLst/>
            <a:gdLst/>
            <a:ahLst/>
            <a:cxnLst/>
            <a:rect r="r" b="b" t="t" l="l"/>
            <a:pathLst>
              <a:path h="1120550" w="3481826">
                <a:moveTo>
                  <a:pt x="0" y="0"/>
                </a:moveTo>
                <a:lnTo>
                  <a:pt x="3481825" y="0"/>
                </a:lnTo>
                <a:lnTo>
                  <a:pt x="3481825" y="1120549"/>
                </a:lnTo>
                <a:lnTo>
                  <a:pt x="0" y="1120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-733320">
            <a:off x="-327974" y="5495582"/>
            <a:ext cx="7977483" cy="5700408"/>
            <a:chOff x="0" y="0"/>
            <a:chExt cx="10636644" cy="76005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36631" cy="7600569"/>
            </a:xfrm>
            <a:custGeom>
              <a:avLst/>
              <a:gdLst/>
              <a:ahLst/>
              <a:cxnLst/>
              <a:rect r="r" b="b" t="t" l="l"/>
              <a:pathLst>
                <a:path h="7600569" w="10636631">
                  <a:moveTo>
                    <a:pt x="10388346" y="0"/>
                  </a:moveTo>
                  <a:lnTo>
                    <a:pt x="1081405" y="304038"/>
                  </a:lnTo>
                  <a:lnTo>
                    <a:pt x="0" y="5296662"/>
                  </a:lnTo>
                  <a:lnTo>
                    <a:pt x="10636631" y="7600569"/>
                  </a:lnTo>
                  <a:lnTo>
                    <a:pt x="10388346" y="0"/>
                  </a:lnTo>
                  <a:close/>
                </a:path>
              </a:pathLst>
            </a:custGeom>
            <a:blipFill>
              <a:blip r:embed="rId4"/>
              <a:stretch>
                <a:fillRect l="-40762" t="0" r="-437" b="-2506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146799" y="0"/>
            <a:ext cx="2141201" cy="1978371"/>
          </a:xfrm>
          <a:custGeom>
            <a:avLst/>
            <a:gdLst/>
            <a:ahLst/>
            <a:cxnLst/>
            <a:rect r="r" b="b" t="t" l="l"/>
            <a:pathLst>
              <a:path h="1978371" w="2141201">
                <a:moveTo>
                  <a:pt x="0" y="0"/>
                </a:moveTo>
                <a:lnTo>
                  <a:pt x="2141201" y="0"/>
                </a:lnTo>
                <a:lnTo>
                  <a:pt x="2141201" y="1978371"/>
                </a:lnTo>
                <a:lnTo>
                  <a:pt x="0" y="1978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919" r="-33897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386720">
            <a:off x="16367770" y="3775862"/>
            <a:ext cx="3004156" cy="7328440"/>
            <a:chOff x="0" y="0"/>
            <a:chExt cx="4005542" cy="97712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5580" cy="9771253"/>
            </a:xfrm>
            <a:custGeom>
              <a:avLst/>
              <a:gdLst/>
              <a:ahLst/>
              <a:cxnLst/>
              <a:rect r="r" b="b" t="t" l="l"/>
              <a:pathLst>
                <a:path h="9771253" w="4005580">
                  <a:moveTo>
                    <a:pt x="0" y="12065"/>
                  </a:moveTo>
                  <a:lnTo>
                    <a:pt x="224155" y="9713468"/>
                  </a:lnTo>
                  <a:lnTo>
                    <a:pt x="225552" y="9771253"/>
                  </a:lnTo>
                  <a:lnTo>
                    <a:pt x="4005580" y="8157972"/>
                  </a:lnTo>
                  <a:lnTo>
                    <a:pt x="523875" y="0"/>
                  </a:lnTo>
                  <a:lnTo>
                    <a:pt x="0" y="12065"/>
                  </a:lnTo>
                  <a:close/>
                </a:path>
              </a:pathLst>
            </a:custGeom>
            <a:blipFill>
              <a:blip r:embed="rId6"/>
              <a:stretch>
                <a:fillRect l="0" t="-1230" r="-48923" b="-6023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143338" y="4210622"/>
            <a:ext cx="8001152" cy="1524000"/>
            <a:chOff x="0" y="0"/>
            <a:chExt cx="8001152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01127" cy="1524000"/>
            </a:xfrm>
            <a:custGeom>
              <a:avLst/>
              <a:gdLst/>
              <a:ahLst/>
              <a:cxnLst/>
              <a:rect r="r" b="b" t="t" l="l"/>
              <a:pathLst>
                <a:path h="1524000" w="8001127">
                  <a:moveTo>
                    <a:pt x="0" y="0"/>
                  </a:moveTo>
                  <a:lnTo>
                    <a:pt x="8001127" y="0"/>
                  </a:lnTo>
                  <a:lnTo>
                    <a:pt x="8001127" y="1524000"/>
                  </a:lnTo>
                  <a:lnTo>
                    <a:pt x="0" y="1524000"/>
                  </a:lnTo>
                  <a:lnTo>
                    <a:pt x="0" y="0"/>
                  </a:lnTo>
                </a:path>
              </a:pathLst>
            </a:custGeom>
            <a:solidFill>
              <a:srgbClr val="38FF7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884837" y="7151665"/>
            <a:ext cx="1133475" cy="1133475"/>
          </a:xfrm>
          <a:custGeom>
            <a:avLst/>
            <a:gdLst/>
            <a:ahLst/>
            <a:cxnLst/>
            <a:rect r="r" b="b" t="t" l="l"/>
            <a:pathLst>
              <a:path h="1133475" w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5127" y="3399349"/>
            <a:ext cx="1133475" cy="1133475"/>
          </a:xfrm>
          <a:custGeom>
            <a:avLst/>
            <a:gdLst/>
            <a:ahLst/>
            <a:cxnLst/>
            <a:rect r="r" b="b" t="t" l="l"/>
            <a:pathLst>
              <a:path h="1133475" w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-1113900">
            <a:off x="7911265" y="928468"/>
            <a:ext cx="942975" cy="990600"/>
            <a:chOff x="0" y="0"/>
            <a:chExt cx="1257300" cy="132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3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257300">
                  <a:moveTo>
                    <a:pt x="1257300" y="0"/>
                  </a:moveTo>
                  <a:lnTo>
                    <a:pt x="725424" y="0"/>
                  </a:lnTo>
                  <a:lnTo>
                    <a:pt x="0" y="0"/>
                  </a:lnTo>
                  <a:lnTo>
                    <a:pt x="0" y="1320800"/>
                  </a:lnTo>
                  <a:lnTo>
                    <a:pt x="1257300" y="1320800"/>
                  </a:lnTo>
                  <a:lnTo>
                    <a:pt x="125730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0" y="0"/>
            <a:ext cx="3433324" cy="997172"/>
            <a:chOff x="0" y="0"/>
            <a:chExt cx="3433331" cy="9971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33318" cy="997204"/>
            </a:xfrm>
            <a:custGeom>
              <a:avLst/>
              <a:gdLst/>
              <a:ahLst/>
              <a:cxnLst/>
              <a:rect r="r" b="b" t="t" l="l"/>
              <a:pathLst>
                <a:path h="997204" w="3433318">
                  <a:moveTo>
                    <a:pt x="0" y="0"/>
                  </a:moveTo>
                  <a:lnTo>
                    <a:pt x="0" y="997204"/>
                  </a:lnTo>
                  <a:lnTo>
                    <a:pt x="3433318" y="997204"/>
                  </a:lnTo>
                  <a:lnTo>
                    <a:pt x="343331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143338" y="4801172"/>
            <a:ext cx="816102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12000">
                <a:solidFill>
                  <a:srgbClr val="242424"/>
                </a:solidFill>
                <a:latin typeface="Retropix"/>
                <a:ea typeface="Retropix"/>
                <a:cs typeface="Retropix"/>
                <a:sym typeface="Retropix"/>
              </a:rPr>
              <a:t>THANK YOU!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17549" y="5390159"/>
            <a:ext cx="5380177" cy="69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>
                <a:solidFill>
                  <a:srgbClr val="F4F4F4"/>
                </a:solidFill>
                <a:latin typeface="Arimo"/>
                <a:ea typeface="Arimo"/>
                <a:cs typeface="Arimo"/>
                <a:sym typeface="Arimo"/>
              </a:rPr>
              <a:t>ANY QUESTIONS?? PLEASE DONT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27638" y="6197975"/>
            <a:ext cx="5745251" cy="70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b="true" sz="4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ANY QUESTIONS?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21960" y="6720707"/>
            <a:ext cx="950681" cy="21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[please 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DAG7fs9at5o</dc:identifier>
  <dcterms:modified xsi:type="dcterms:W3CDTF">2011-08-01T06:04:30Z</dcterms:modified>
  <cp:revision>1</cp:revision>
  <dc:title>Software Project Lab 1, Team 4.pdf</dc:title>
</cp:coreProperties>
</file>